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336" r:id="rId2"/>
    <p:sldId id="287" r:id="rId3"/>
    <p:sldId id="289" r:id="rId4"/>
    <p:sldId id="291" r:id="rId5"/>
    <p:sldId id="294" r:id="rId6"/>
    <p:sldId id="342" r:id="rId21"/>
    <p:sldId id="343" r:id="rId22"/>
    <p:sldId id="344" r:id="rId23"/>
    <p:sldId id="345" r:id="rId24"/>
    <p:sldId id="346" r:id="rId25"/>
    <p:sldId id="333" r:id="rId7"/>
    <p:sldId id="295" r:id="rId8"/>
    <p:sldId id="334" r:id="rId9"/>
    <p:sldId id="337" r:id="rId10"/>
    <p:sldId id="338" r:id="rId11"/>
    <p:sldId id="339" r:id="rId12"/>
    <p:sldId id="340" r:id="rId13"/>
    <p:sldId id="335" r:id="rId14"/>
    <p:sldId id="303" r:id="rId15"/>
    <p:sldId id="34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4995" autoAdjust="0"/>
    <p:restoredTop sz="94660"/>
  </p:normalViewPr>
  <p:slideViewPr>
    <p:cSldViewPr>
      <p:cViewPr>
        <p:scale>
          <a:sx n="130" d="100"/>
          <a:sy n="130" d="100"/>
        </p:scale>
        <p:origin x="474" y="108"/>
      </p:cViewPr>
      <p:guideLst>
        <p:guide orient="horz" pos="1569"/>
        <p:guide orient="horz" pos="4019"/>
        <p:guide pos="324"/>
        <p:guide pos="740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" Type="http://schemas.openxmlformats.org/officeDocument/2006/relationships/slide" Target="slides/slide1.xml"/><Relationship Id="rId20" Type="http://schemas.openxmlformats.org/officeDocument/2006/relationships/tableStyles" Target="tableStyles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C0D4F4-D202-4046-AC90-B9F2B28A3ACB}" type="doc">
      <dgm:prSet loTypeId="urn:microsoft.com/office/officeart/2009/layout/CircleArrowProcess" loCatId="process" qsTypeId="urn:microsoft.com/office/officeart/2005/8/quickstyle/simple1" qsCatId="simple" csTypeId="urn:microsoft.com/office/officeart/2005/8/colors/colorful1" csCatId="colorful" phldr="1"/>
      <dgm:spPr/>
      <dgm:t xml:space="preserve">
        <a:bodyPr/>
        <a:lstStyle/>
        <a:p>
          <a:pPr latinLnBrk="1"/>
          <a:endParaRPr lang="ko-KR" altLang="en-US"/>
        </a:p>
      </dgm:t>
    </dgm:pt>
    <dgm:pt modelId="{FCE2B9B3-5839-4633-9DDC-3F88FD05EB1C}">
      <dgm:prSet phldrT="[텍스트]" custT="1"/>
      <dgm:spPr/>
      <dgm:t xml:space="preserve">
        <a:bodyPr/>
        <a:lstStyle/>
        <a:p>
          <a:pPr latinLnBrk="1"/>
          <a:r>
            <a:rPr lang="ko-KR" altLang="en-US" sz="1400" dirty="0"/>
            <a:t>문단과 질의간</a:t>
          </a:r>
          <a:endParaRPr lang="en-US" altLang="ko-KR" sz="1400" dirty="0"/>
        </a:p>
        <a:p>
          <a:pPr latinLnBrk="1"/>
          <a:r>
            <a:rPr lang="ko-KR" altLang="en-US" sz="1400" dirty="0"/>
            <a:t xml:space="preserve"> 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모델 학습</a:t>
          </a:r>
          <a:r>
            <a:rPr lang="en-US" altLang="ko-KR" sz="1400" dirty="0"/>
            <a:t>)</a:t>
          </a:r>
        </a:p>
      </dgm:t>
    </dgm:pt>
    <dgm:pt modelId="{3352EDB2-1A05-40DB-B30C-CC98DE54BD66}" type="parTrans" cxnId="{C43DB9C8-C4BC-40EA-B856-FDF33A96E9EE}">
      <dgm:prSet/>
      <dgm:spPr/>
      <dgm:t xml:space="preserve">
        <a:bodyPr/>
        <a:lstStyle/>
        <a:p>
          <a:pPr latinLnBrk="1"/>
          <a:endParaRPr lang="ko-KR" altLang="en-US"/>
        </a:p>
      </dgm:t>
    </dgm:pt>
    <dgm:pt modelId="{F46956F1-8138-4CFE-8639-198587CC3422}" type="sibTrans" cxnId="{C43DB9C8-C4BC-40EA-B856-FDF33A96E9EE}">
      <dgm:prSet/>
      <dgm:spPr/>
      <dgm:t xml:space="preserve">
        <a:bodyPr/>
        <a:lstStyle/>
        <a:p>
          <a:pPr latinLnBrk="1"/>
          <a:endParaRPr lang="ko-KR" altLang="en-US"/>
        </a:p>
      </dgm:t>
    </dgm:pt>
    <dgm:pt modelId="{36707158-2A7F-4470-8614-D2441D89B8CC}">
      <dgm:prSet phldrT="[텍스트]" custT="1"/>
      <dgm:spPr/>
      <dgm:t xml:space="preserve">
        <a:bodyPr/>
        <a:lstStyle/>
        <a:p>
          <a:pPr latinLnBrk="1"/>
          <a:r>
            <a:rPr lang="ko-KR" altLang="en-US" sz="1400" dirty="0"/>
            <a:t>신규 질문 입력</a:t>
          </a:r>
        </a:p>
      </dgm:t>
    </dgm:pt>
    <dgm:pt modelId="{4EFA4F70-896C-4CA5-A09B-466B6E504898}" type="parTrans" cxnId="{96906AC7-7F8B-468C-9BD7-C3DABE97B889}">
      <dgm:prSet/>
      <dgm:spPr/>
      <dgm:t xml:space="preserve">
        <a:bodyPr/>
        <a:lstStyle/>
        <a:p>
          <a:pPr latinLnBrk="1"/>
          <a:endParaRPr lang="ko-KR" altLang="en-US"/>
        </a:p>
      </dgm:t>
    </dgm:pt>
    <dgm:pt modelId="{91A5F8D8-3FE3-4D01-8378-915C11054DA2}" type="sibTrans" cxnId="{96906AC7-7F8B-468C-9BD7-C3DABE97B889}">
      <dgm:prSet/>
      <dgm:spPr/>
      <dgm:t xml:space="preserve">
        <a:bodyPr/>
        <a:lstStyle/>
        <a:p>
          <a:pPr latinLnBrk="1"/>
          <a:endParaRPr lang="ko-KR" altLang="en-US"/>
        </a:p>
      </dgm:t>
    </dgm:pt>
    <dgm:pt modelId="{95092794-8EB8-4866-8BC4-19AB699FD825}">
      <dgm:prSet phldrT="[텍스트]" custT="1"/>
      <dgm:spPr/>
      <dgm:t xml:space="preserve">
        <a:bodyPr/>
        <a:lstStyle/>
        <a:p>
          <a:pPr latinLnBrk="1"/>
          <a:r>
            <a:rPr lang="ko-KR" altLang="en-US" sz="1400" dirty="0"/>
            <a:t>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해당 문단 제시</a:t>
          </a:r>
          <a:r>
            <a:rPr lang="en-US" altLang="ko-KR" sz="1400" dirty="0"/>
            <a:t>)</a:t>
          </a:r>
          <a:endParaRPr lang="ko-KR" altLang="en-US" sz="1400" dirty="0"/>
        </a:p>
      </dgm:t>
    </dgm:pt>
    <dgm:pt modelId="{EFEF8832-0B33-43B0-A1C7-D1A8062E965F}" type="parTrans" cxnId="{5B9A1BD0-C5F3-4E28-98BA-4E08BB81764E}">
      <dgm:prSet/>
      <dgm:spPr/>
      <dgm:t xml:space="preserve">
        <a:bodyPr/>
        <a:lstStyle/>
        <a:p>
          <a:pPr latinLnBrk="1"/>
          <a:endParaRPr lang="ko-KR" altLang="en-US"/>
        </a:p>
      </dgm:t>
    </dgm:pt>
    <dgm:pt modelId="{99B373BD-ED5E-4E00-B551-F4E545897374}" type="sibTrans" cxnId="{5B9A1BD0-C5F3-4E28-98BA-4E08BB81764E}">
      <dgm:prSet/>
      <dgm:spPr/>
      <dgm:t xml:space="preserve">
        <a:bodyPr/>
        <a:lstStyle/>
        <a:p>
          <a:pPr latinLnBrk="1"/>
          <a:endParaRPr lang="ko-KR" altLang="en-US"/>
        </a:p>
      </dgm:t>
    </dgm:pt>
    <dgm:pt modelId="{C4CC960A-5D7A-4DB8-8237-ABDAA6AF78B8}" type="pres">
      <dgm:prSet presAssocID="{40C0D4F4-D202-4046-AC90-B9F2B28A3ACB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FDA340C9-AC86-4436-A9B3-206541B62C7F}" type="pres">
      <dgm:prSet presAssocID="{FCE2B9B3-5839-4633-9DDC-3F88FD05EB1C}" presName="Accent1" presStyleCnt="0"/>
      <dgm:spPr/>
    </dgm:pt>
    <dgm:pt modelId="{A7B6F021-9AEB-45D4-9BAE-06BB7CBFD746}" type="pres">
      <dgm:prSet presAssocID="{FCE2B9B3-5839-4633-9DDC-3F88FD05EB1C}" presName="Accent" presStyleLbl="node1" presStyleIdx="0" presStyleCnt="3"/>
      <dgm:spPr/>
    </dgm:pt>
    <dgm:pt modelId="{547C904A-46B4-45FF-8979-DF14C85D56EE}" type="pres">
      <dgm:prSet presAssocID="{FCE2B9B3-5839-4633-9DDC-3F88FD05EB1C}" presName="Parent1" presStyleLbl="revTx" presStyleIdx="0" presStyleCnt="3" custScaleX="283993" custLinFactX="-28566" custLinFactNeighborX="-100000" custLinFactNeighborY="-46532">
        <dgm:presLayoutVars>
          <dgm:chMax val="1"/>
          <dgm:chPref val="1"/>
          <dgm:bulletEnabled val="1"/>
        </dgm:presLayoutVars>
      </dgm:prSet>
      <dgm:spPr/>
    </dgm:pt>
    <dgm:pt modelId="{45920A26-5F2E-4456-A023-EBCE81E761C6}" type="pres">
      <dgm:prSet presAssocID="{36707158-2A7F-4470-8614-D2441D89B8CC}" presName="Accent2" presStyleCnt="0"/>
      <dgm:spPr/>
    </dgm:pt>
    <dgm:pt modelId="{F05EFFE1-642B-473D-B68D-61BCC1B6F565}" type="pres">
      <dgm:prSet presAssocID="{36707158-2A7F-4470-8614-D2441D89B8CC}" presName="Accent" presStyleLbl="node1" presStyleIdx="1" presStyleCnt="3"/>
      <dgm:spPr/>
    </dgm:pt>
    <dgm:pt modelId="{B9307846-3968-4351-B217-FDF007BAED2E}" type="pres">
      <dgm:prSet presAssocID="{36707158-2A7F-4470-8614-D2441D89B8CC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C10C2065-26FA-431E-BD65-750695532E6C}" type="pres">
      <dgm:prSet presAssocID="{95092794-8EB8-4866-8BC4-19AB699FD825}" presName="Accent3" presStyleCnt="0"/>
      <dgm:spPr/>
    </dgm:pt>
    <dgm:pt modelId="{34A81F7B-05B1-4FAA-A8B3-A2B91728F572}" type="pres">
      <dgm:prSet presAssocID="{95092794-8EB8-4866-8BC4-19AB699FD825}" presName="Accent" presStyleLbl="node1" presStyleIdx="2" presStyleCnt="3"/>
      <dgm:spPr/>
    </dgm:pt>
    <dgm:pt modelId="{DDA678BF-1C7B-4ACE-B0E0-9CFC49D0B901}" type="pres">
      <dgm:prSet presAssocID="{95092794-8EB8-4866-8BC4-19AB699FD825}" presName="Parent3" presStyleLbl="revTx" presStyleIdx="2" presStyleCnt="3" custScaleX="214495" custLinFactX="40368" custLinFactNeighborX="100000" custLinFactNeighborY="31880">
        <dgm:presLayoutVars>
          <dgm:chMax val="1"/>
          <dgm:chPref val="1"/>
          <dgm:bulletEnabled val="1"/>
        </dgm:presLayoutVars>
      </dgm:prSet>
      <dgm:spPr/>
    </dgm:pt>
  </dgm:ptLst>
  <dgm:cxnLst>
    <dgm:cxn modelId="{DE151355-14E1-452E-A737-D44F39230893}" type="presOf" srcId="{36707158-2A7F-4470-8614-D2441D89B8CC}" destId="{B9307846-3968-4351-B217-FDF007BAED2E}" srcOrd="0" destOrd="0" presId="urn:microsoft.com/office/officeart/2009/layout/CircleArrowProcess"/>
    <dgm:cxn modelId="{96906AC7-7F8B-468C-9BD7-C3DABE97B889}" srcId="{40C0D4F4-D202-4046-AC90-B9F2B28A3ACB}" destId="{36707158-2A7F-4470-8614-D2441D89B8CC}" srcOrd="1" destOrd="0" parTransId="{4EFA4F70-896C-4CA5-A09B-466B6E504898}" sibTransId="{91A5F8D8-3FE3-4D01-8378-915C11054DA2}"/>
    <dgm:cxn modelId="{C43DB9C8-C4BC-40EA-B856-FDF33A96E9EE}" srcId="{40C0D4F4-D202-4046-AC90-B9F2B28A3ACB}" destId="{FCE2B9B3-5839-4633-9DDC-3F88FD05EB1C}" srcOrd="0" destOrd="0" parTransId="{3352EDB2-1A05-40DB-B30C-CC98DE54BD66}" sibTransId="{F46956F1-8138-4CFE-8639-198587CC3422}"/>
    <dgm:cxn modelId="{5B9A1BD0-C5F3-4E28-98BA-4E08BB81764E}" srcId="{40C0D4F4-D202-4046-AC90-B9F2B28A3ACB}" destId="{95092794-8EB8-4866-8BC4-19AB699FD825}" srcOrd="2" destOrd="0" parTransId="{EFEF8832-0B33-43B0-A1C7-D1A8062E965F}" sibTransId="{99B373BD-ED5E-4E00-B551-F4E545897374}"/>
    <dgm:cxn modelId="{A41C0DDB-9FE0-4BA9-9FF7-35F56BED49CF}" type="presOf" srcId="{40C0D4F4-D202-4046-AC90-B9F2B28A3ACB}" destId="{C4CC960A-5D7A-4DB8-8237-ABDAA6AF78B8}" srcOrd="0" destOrd="0" presId="urn:microsoft.com/office/officeart/2009/layout/CircleArrowProcess"/>
    <dgm:cxn modelId="{2DB76FE0-623A-4CBB-B812-0D199BFBC86A}" type="presOf" srcId="{FCE2B9B3-5839-4633-9DDC-3F88FD05EB1C}" destId="{547C904A-46B4-45FF-8979-DF14C85D56EE}" srcOrd="0" destOrd="0" presId="urn:microsoft.com/office/officeart/2009/layout/CircleArrowProcess"/>
    <dgm:cxn modelId="{019A69F5-93E8-4054-A429-CC05F675103D}" type="presOf" srcId="{95092794-8EB8-4866-8BC4-19AB699FD825}" destId="{DDA678BF-1C7B-4ACE-B0E0-9CFC49D0B901}" srcOrd="0" destOrd="0" presId="urn:microsoft.com/office/officeart/2009/layout/CircleArrowProcess"/>
    <dgm:cxn modelId="{3B011010-047B-4E98-925B-ADC462542974}" type="presParOf" srcId="{C4CC960A-5D7A-4DB8-8237-ABDAA6AF78B8}" destId="{FDA340C9-AC86-4436-A9B3-206541B62C7F}" srcOrd="0" destOrd="0" presId="urn:microsoft.com/office/officeart/2009/layout/CircleArrowProcess"/>
    <dgm:cxn modelId="{1A53849B-35C7-4C24-B8FB-C5FE567044E0}" type="presParOf" srcId="{FDA340C9-AC86-4436-A9B3-206541B62C7F}" destId="{A7B6F021-9AEB-45D4-9BAE-06BB7CBFD746}" srcOrd="0" destOrd="0" presId="urn:microsoft.com/office/officeart/2009/layout/CircleArrowProcess"/>
    <dgm:cxn modelId="{28183D85-2E51-4F49-B39C-48359D75C129}" type="presParOf" srcId="{C4CC960A-5D7A-4DB8-8237-ABDAA6AF78B8}" destId="{547C904A-46B4-45FF-8979-DF14C85D56EE}" srcOrd="1" destOrd="0" presId="urn:microsoft.com/office/officeart/2009/layout/CircleArrowProcess"/>
    <dgm:cxn modelId="{FA106E21-01CA-4E8C-8A7D-746C76396809}" type="presParOf" srcId="{C4CC960A-5D7A-4DB8-8237-ABDAA6AF78B8}" destId="{45920A26-5F2E-4456-A023-EBCE81E761C6}" srcOrd="2" destOrd="0" presId="urn:microsoft.com/office/officeart/2009/layout/CircleArrowProcess"/>
    <dgm:cxn modelId="{7B44915F-0693-4D80-A17E-5707674A99CA}" type="presParOf" srcId="{45920A26-5F2E-4456-A023-EBCE81E761C6}" destId="{F05EFFE1-642B-473D-B68D-61BCC1B6F565}" srcOrd="0" destOrd="0" presId="urn:microsoft.com/office/officeart/2009/layout/CircleArrowProcess"/>
    <dgm:cxn modelId="{CB880C79-394E-4719-9454-6FBABFE16A97}" type="presParOf" srcId="{C4CC960A-5D7A-4DB8-8237-ABDAA6AF78B8}" destId="{B9307846-3968-4351-B217-FDF007BAED2E}" srcOrd="3" destOrd="0" presId="urn:microsoft.com/office/officeart/2009/layout/CircleArrowProcess"/>
    <dgm:cxn modelId="{561555E9-CFF9-4E7D-BAC9-FBABA6DCCDD2}" type="presParOf" srcId="{C4CC960A-5D7A-4DB8-8237-ABDAA6AF78B8}" destId="{C10C2065-26FA-431E-BD65-750695532E6C}" srcOrd="4" destOrd="0" presId="urn:microsoft.com/office/officeart/2009/layout/CircleArrowProcess"/>
    <dgm:cxn modelId="{678BB4B0-24FB-44A5-9EAF-C40D2D6DFB7D}" type="presParOf" srcId="{C10C2065-26FA-431E-BD65-750695532E6C}" destId="{34A81F7B-05B1-4FAA-A8B3-A2B91728F572}" srcOrd="0" destOrd="0" presId="urn:microsoft.com/office/officeart/2009/layout/CircleArrowProcess"/>
    <dgm:cxn modelId="{B2082703-A20E-4012-A52D-5005BFC5F4AC}" type="presParOf" srcId="{C4CC960A-5D7A-4DB8-8237-ABDAA6AF78B8}" destId="{DDA678BF-1C7B-4ACE-B0E0-9CFC49D0B901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6F021-9AEB-45D4-9BAE-06BB7CBFD746}">
      <dsp:nvSpPr>
        <dsp:cNvPr id="0" name=""/>
        <dsp:cNvSpPr/>
      </dsp:nvSpPr>
      <dsp:spPr>
        <a:xfrm>
          <a:off x="2404255" y="0"/>
          <a:ext cx="1748155" cy="1748421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C904A-46B4-45FF-8979-DF14C85D56EE}">
      <dsp:nvSpPr>
        <dsp:cNvPr id="0" name=""/>
        <dsp:cNvSpPr/>
      </dsp:nvSpPr>
      <dsp:spPr>
        <a:xfrm>
          <a:off x="648075" y="405277"/>
          <a:ext cx="2758754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문단과 질의간</a:t>
          </a:r>
          <a:endParaRPr lang="en-US" altLang="ko-KR" sz="1400" kern="1200" dirty="0"/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 xml:space="preserve"> 유사도 측정</a:t>
          </a:r>
          <a:endParaRPr lang="en-US" altLang="ko-KR" sz="1400" kern="1200" dirty="0"/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(</a:t>
          </a:r>
          <a:r>
            <a:rPr lang="ko-KR" altLang="en-US" sz="1400" kern="1200" dirty="0"/>
            <a:t>모델 학습</a:t>
          </a:r>
          <a:r>
            <a:rPr lang="en-US" altLang="ko-KR" sz="1400" kern="1200" dirty="0"/>
            <a:t>)</a:t>
          </a:r>
        </a:p>
      </dsp:txBody>
      <dsp:txXfrm>
        <a:off x="648075" y="405277"/>
        <a:ext cx="2758754" cy="485591"/>
      </dsp:txXfrm>
    </dsp:sp>
    <dsp:sp modelId="{F05EFFE1-642B-473D-B68D-61BCC1B6F565}">
      <dsp:nvSpPr>
        <dsp:cNvPr id="0" name=""/>
        <dsp:cNvSpPr/>
      </dsp:nvSpPr>
      <dsp:spPr>
        <a:xfrm>
          <a:off x="1918711" y="1004597"/>
          <a:ext cx="1748155" cy="1748421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07846-3968-4351-B217-FDF007BAED2E}">
      <dsp:nvSpPr>
        <dsp:cNvPr id="0" name=""/>
        <dsp:cNvSpPr/>
      </dsp:nvSpPr>
      <dsp:spPr>
        <a:xfrm>
          <a:off x="2307081" y="1641642"/>
          <a:ext cx="971416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신규 질문 입력</a:t>
          </a:r>
        </a:p>
      </dsp:txBody>
      <dsp:txXfrm>
        <a:off x="2307081" y="1641642"/>
        <a:ext cx="971416" cy="485591"/>
      </dsp:txXfrm>
    </dsp:sp>
    <dsp:sp modelId="{34A81F7B-05B1-4FAA-A8B3-A2B91728F572}">
      <dsp:nvSpPr>
        <dsp:cNvPr id="0" name=""/>
        <dsp:cNvSpPr/>
      </dsp:nvSpPr>
      <dsp:spPr>
        <a:xfrm>
          <a:off x="2528678" y="2129413"/>
          <a:ext cx="1501936" cy="1502538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678BF-1C7B-4ACE-B0E0-9CFC49D0B901}">
      <dsp:nvSpPr>
        <dsp:cNvPr id="0" name=""/>
        <dsp:cNvSpPr/>
      </dsp:nvSpPr>
      <dsp:spPr>
        <a:xfrm>
          <a:off x="3600400" y="2808310"/>
          <a:ext cx="2083639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유사도 측정</a:t>
          </a:r>
          <a:endParaRPr lang="en-US" altLang="ko-KR" sz="1400" kern="1200" dirty="0"/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(</a:t>
          </a:r>
          <a:r>
            <a:rPr lang="ko-KR" altLang="en-US" sz="1400" kern="1200" dirty="0"/>
            <a:t>해당 문단 제시</a:t>
          </a:r>
          <a:r>
            <a:rPr lang="en-US" altLang="ko-KR" sz="1400" kern="1200" dirty="0"/>
            <a:t>)</a:t>
          </a:r>
          <a:endParaRPr lang="ko-KR" altLang="en-US" sz="1400" kern="1200" dirty="0"/>
        </a:p>
      </dsp:txBody>
      <dsp:txXfrm>
        <a:off x="3600400" y="2808310"/>
        <a:ext cx="2083639" cy="4855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E8E3A2E-1BAF-46D3-7BEB-B138289565DE}"/>
              </a:ext>
            </a:extLst>
          </p:cNvPr>
          <p:cNvSpPr/>
          <p:nvPr userDrawn="1"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3F9E-8D1A-CE6F-F02E-4A2C485B307D}"/>
              </a:ext>
            </a:extLst>
          </p:cNvPr>
          <p:cNvSpPr txBox="1"/>
          <p:nvPr userDrawn="1"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2024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 xml:space="preserve">년도 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 xml:space="preserve">프로젝트평가 훈련기관 신청안내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8DCB8-9B75-7CF9-7713-9B5345DBB23B}"/>
              </a:ext>
            </a:extLst>
          </p:cNvPr>
          <p:cNvSpPr txBox="1"/>
          <p:nvPr userDrawn="1"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0" eaLnBrk="1" latinLnBrk="1" hangingPunct="1"/>
            <a:fld id="{5426B8F6-3B26-4B2F-9C3C-1E76C1EF5307}" type="slidenum">
              <a:rPr lang="ko-KR" altLang="en-US" sz="1000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pPr marL="0" algn="r" defTabSz="914400" rtl="0" eaLnBrk="1" latinLnBrk="1" hangingPunct="1"/>
              <a:t>‹#›</a:t>
            </a:fld>
            <a:endParaRPr lang="ko-KR" altLang="en-US" sz="1000" kern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308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9.svg"/><Relationship Id="rId11" Type="http://schemas.openxmlformats.org/officeDocument/2006/relationships/image" Target="../media/image10.png"/><Relationship Id="rId12" Type="http://schemas.openxmlformats.org/officeDocument/2006/relationships/image" Target="../media/image11.svg"/><Relationship Id="rId13" Type="http://schemas.openxmlformats.org/officeDocument/2006/relationships/image" Target="../media/image12.png"/><Relationship Id="rId14" Type="http://schemas.openxmlformats.org/officeDocument/2006/relationships/image" Target="../media/image13.svg"/><Relationship Id="rId15" Type="http://schemas.openxmlformats.org/officeDocument/2006/relationships/image" Target="../media/image14.png"/><Relationship Id="rId16" Type="http://schemas.openxmlformats.org/officeDocument/2006/relationships/image" Target="../media/image15.svg"/><Relationship Id="rId17" Type="http://schemas.openxmlformats.org/officeDocument/2006/relationships/image" Target="../media/image16.png"/><Relationship Id="rId18" Type="http://schemas.openxmlformats.org/officeDocument/2006/relationships/image" Target="../media/image17.svg"/><Relationship Id="rId19" Type="http://schemas.openxmlformats.org/officeDocument/2006/relationships/image" Target="../media/image18.png"/><Relationship Id="rId2" Type="http://schemas.openxmlformats.org/officeDocument/2006/relationships/image" Target="../media/image1.png"/><Relationship Id="rId20" Type="http://schemas.openxmlformats.org/officeDocument/2006/relationships/image" Target="../media/image19.svg"/><Relationship Id="rId21" Type="http://schemas.openxmlformats.org/officeDocument/2006/relationships/image" Target="../media/image20.png"/><Relationship Id="rId22" Type="http://schemas.openxmlformats.org/officeDocument/2006/relationships/image" Target="../media/image21.svg"/><Relationship Id="rId23" Type="http://schemas.openxmlformats.org/officeDocument/2006/relationships/image" Target="../media/image22.png"/><Relationship Id="rId24" Type="http://schemas.openxmlformats.org/officeDocument/2006/relationships/image" Target="../media/image23.svg"/><Relationship Id="rId25" Type="http://schemas.openxmlformats.org/officeDocument/2006/relationships/hyperlink" Target="https://youtu.be/AzQ6RnzUnpE" TargetMode="External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image" Target="../media/image8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svg"/><Relationship Id="rId7" Type="http://schemas.openxmlformats.org/officeDocument/2006/relationships/image" Target="../media/image29.png"/><Relationship Id="rId8" Type="http://schemas.openxmlformats.org/officeDocument/2006/relationships/image" Target="../media/image30.sv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39.svg"/><Relationship Id="rId11" Type="http://schemas.openxmlformats.org/officeDocument/2006/relationships/image" Target="../media/image40.png"/><Relationship Id="rId12" Type="http://schemas.openxmlformats.org/officeDocument/2006/relationships/image" Target="../media/image41.svg"/><Relationship Id="rId13" Type="http://schemas.openxmlformats.org/officeDocument/2006/relationships/image" Target="../media/image42.png"/><Relationship Id="rId14" Type="http://schemas.openxmlformats.org/officeDocument/2006/relationships/image" Target="../media/image43.svg"/><Relationship Id="rId15" Type="http://schemas.openxmlformats.org/officeDocument/2006/relationships/image" Target="../media/image44.png"/><Relationship Id="rId16" Type="http://schemas.openxmlformats.org/officeDocument/2006/relationships/image" Target="../media/image45.svg"/><Relationship Id="rId17" Type="http://schemas.openxmlformats.org/officeDocument/2006/relationships/image" Target="../media/image46.png"/><Relationship Id="rId18" Type="http://schemas.openxmlformats.org/officeDocument/2006/relationships/image" Target="../media/image47.svg"/><Relationship Id="rId2" Type="http://schemas.openxmlformats.org/officeDocument/2006/relationships/image" Target="../media/image31.png"/><Relationship Id="rId3" Type="http://schemas.openxmlformats.org/officeDocument/2006/relationships/image" Target="../media/image32.svg"/><Relationship Id="rId4" Type="http://schemas.openxmlformats.org/officeDocument/2006/relationships/image" Target="../media/image33.png"/><Relationship Id="rId5" Type="http://schemas.openxmlformats.org/officeDocument/2006/relationships/image" Target="../media/image34.sv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svg"/><Relationship Id="rId9" Type="http://schemas.openxmlformats.org/officeDocument/2006/relationships/image" Target="../media/image38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54.png"/><Relationship Id="rId11" Type="http://schemas.openxmlformats.org/officeDocument/2006/relationships/image" Target="../media/image55.svg"/><Relationship Id="rId12" Type="http://schemas.openxmlformats.org/officeDocument/2006/relationships/image" Target="../media/image56.png"/><Relationship Id="rId13" Type="http://schemas.openxmlformats.org/officeDocument/2006/relationships/image" Target="../media/image57.svg"/><Relationship Id="rId14" Type="http://schemas.openxmlformats.org/officeDocument/2006/relationships/image" Target="../media/image8.png"/><Relationship Id="rId15" Type="http://schemas.openxmlformats.org/officeDocument/2006/relationships/image" Target="../media/image9.svg"/><Relationship Id="rId16" Type="http://schemas.openxmlformats.org/officeDocument/2006/relationships/image" Target="../media/image10.png"/><Relationship Id="rId17" Type="http://schemas.openxmlformats.org/officeDocument/2006/relationships/image" Target="../media/image11.svg"/><Relationship Id="rId18" Type="http://schemas.openxmlformats.org/officeDocument/2006/relationships/image" Target="../media/image12.png"/><Relationship Id="rId19" Type="http://schemas.openxmlformats.org/officeDocument/2006/relationships/image" Target="../media/image13.svg"/><Relationship Id="rId2" Type="http://schemas.openxmlformats.org/officeDocument/2006/relationships/image" Target="../media/image31.png"/><Relationship Id="rId20" Type="http://schemas.openxmlformats.org/officeDocument/2006/relationships/image" Target="../media/image58.png"/><Relationship Id="rId21" Type="http://schemas.openxmlformats.org/officeDocument/2006/relationships/image" Target="../media/image59.svg"/><Relationship Id="rId3" Type="http://schemas.openxmlformats.org/officeDocument/2006/relationships/image" Target="../media/image32.svg"/><Relationship Id="rId4" Type="http://schemas.openxmlformats.org/officeDocument/2006/relationships/image" Target="../media/image48.png"/><Relationship Id="rId5" Type="http://schemas.openxmlformats.org/officeDocument/2006/relationships/image" Target="../media/image49.svg"/><Relationship Id="rId6" Type="http://schemas.openxmlformats.org/officeDocument/2006/relationships/image" Target="../media/image50.png"/><Relationship Id="rId7" Type="http://schemas.openxmlformats.org/officeDocument/2006/relationships/image" Target="../media/image51.svg"/><Relationship Id="rId8" Type="http://schemas.openxmlformats.org/officeDocument/2006/relationships/image" Target="../media/image52.png"/><Relationship Id="rId9" Type="http://schemas.openxmlformats.org/officeDocument/2006/relationships/image" Target="../media/image53.sv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68.svg"/><Relationship Id="rId11" Type="http://schemas.openxmlformats.org/officeDocument/2006/relationships/image" Target="../media/image69.png"/><Relationship Id="rId12" Type="http://schemas.openxmlformats.org/officeDocument/2006/relationships/image" Target="../media/image70.svg"/><Relationship Id="rId13" Type="http://schemas.openxmlformats.org/officeDocument/2006/relationships/image" Target="../media/image71.png"/><Relationship Id="rId14" Type="http://schemas.openxmlformats.org/officeDocument/2006/relationships/image" Target="../media/image72.svg"/><Relationship Id="rId15" Type="http://schemas.openxmlformats.org/officeDocument/2006/relationships/image" Target="../media/image73.png"/><Relationship Id="rId16" Type="http://schemas.openxmlformats.org/officeDocument/2006/relationships/image" Target="../media/image74.svg"/><Relationship Id="rId17" Type="http://schemas.openxmlformats.org/officeDocument/2006/relationships/image" Target="../media/image31.png"/><Relationship Id="rId18" Type="http://schemas.openxmlformats.org/officeDocument/2006/relationships/image" Target="../media/image32.svg"/><Relationship Id="rId19" Type="http://schemas.openxmlformats.org/officeDocument/2006/relationships/image" Target="../media/image75.png"/><Relationship Id="rId2" Type="http://schemas.openxmlformats.org/officeDocument/2006/relationships/image" Target="../media/image60.png"/><Relationship Id="rId20" Type="http://schemas.openxmlformats.org/officeDocument/2006/relationships/image" Target="../media/image76.svg"/><Relationship Id="rId21" Type="http://schemas.openxmlformats.org/officeDocument/2006/relationships/image" Target="../media/image35.png"/><Relationship Id="rId22" Type="http://schemas.openxmlformats.org/officeDocument/2006/relationships/image" Target="../media/image36.png"/><Relationship Id="rId23" Type="http://schemas.openxmlformats.org/officeDocument/2006/relationships/image" Target="../media/image37.svg"/><Relationship Id="rId3" Type="http://schemas.openxmlformats.org/officeDocument/2006/relationships/image" Target="../media/image61.sv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svg"/><Relationship Id="rId7" Type="http://schemas.openxmlformats.org/officeDocument/2006/relationships/image" Target="../media/image65.png"/><Relationship Id="rId8" Type="http://schemas.openxmlformats.org/officeDocument/2006/relationships/image" Target="../media/image66.svg"/><Relationship Id="rId9" Type="http://schemas.openxmlformats.org/officeDocument/2006/relationships/image" Target="../media/image67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80.svg"/><Relationship Id="rId11" Type="http://schemas.openxmlformats.org/officeDocument/2006/relationships/image" Target="../media/image81.png"/><Relationship Id="rId12" Type="http://schemas.openxmlformats.org/officeDocument/2006/relationships/image" Target="../media/image82.svg"/><Relationship Id="rId13" Type="http://schemas.openxmlformats.org/officeDocument/2006/relationships/image" Target="../media/image83.png"/><Relationship Id="rId14" Type="http://schemas.openxmlformats.org/officeDocument/2006/relationships/image" Target="../media/image84.svg"/><Relationship Id="rId15" Type="http://schemas.openxmlformats.org/officeDocument/2006/relationships/image" Target="../media/image85.png"/><Relationship Id="rId16" Type="http://schemas.openxmlformats.org/officeDocument/2006/relationships/image" Target="../media/image86.svg"/><Relationship Id="rId17" Type="http://schemas.openxmlformats.org/officeDocument/2006/relationships/image" Target="../media/image87.png"/><Relationship Id="rId18" Type="http://schemas.openxmlformats.org/officeDocument/2006/relationships/image" Target="../media/image88.svg"/><Relationship Id="rId19" Type="http://schemas.openxmlformats.org/officeDocument/2006/relationships/image" Target="../media/image89.png"/><Relationship Id="rId2" Type="http://schemas.openxmlformats.org/officeDocument/2006/relationships/image" Target="../media/image60.png"/><Relationship Id="rId20" Type="http://schemas.openxmlformats.org/officeDocument/2006/relationships/image" Target="../media/image90.svg"/><Relationship Id="rId21" Type="http://schemas.openxmlformats.org/officeDocument/2006/relationships/image" Target="../media/image91.png"/><Relationship Id="rId22" Type="http://schemas.openxmlformats.org/officeDocument/2006/relationships/image" Target="../media/image92.svg"/><Relationship Id="rId23" Type="http://schemas.openxmlformats.org/officeDocument/2006/relationships/image" Target="../media/image35.png"/><Relationship Id="rId24" Type="http://schemas.openxmlformats.org/officeDocument/2006/relationships/image" Target="../media/image36.png"/><Relationship Id="rId25" Type="http://schemas.openxmlformats.org/officeDocument/2006/relationships/image" Target="../media/image37.svg"/><Relationship Id="rId26" Type="http://schemas.openxmlformats.org/officeDocument/2006/relationships/image" Target="../media/image65.png"/><Relationship Id="rId27" Type="http://schemas.openxmlformats.org/officeDocument/2006/relationships/image" Target="../media/image66.svg"/><Relationship Id="rId28" Type="http://schemas.openxmlformats.org/officeDocument/2006/relationships/image" Target="../media/image93.png"/><Relationship Id="rId29" Type="http://schemas.openxmlformats.org/officeDocument/2006/relationships/image" Target="../media/image94.svg"/><Relationship Id="rId3" Type="http://schemas.openxmlformats.org/officeDocument/2006/relationships/image" Target="../media/image61.sv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svg"/><Relationship Id="rId7" Type="http://schemas.openxmlformats.org/officeDocument/2006/relationships/image" Target="../media/image77.png"/><Relationship Id="rId8" Type="http://schemas.openxmlformats.org/officeDocument/2006/relationships/image" Target="../media/image78.svg"/><Relationship Id="rId9" Type="http://schemas.openxmlformats.org/officeDocument/2006/relationships/image" Target="../media/image79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36.png"/><Relationship Id="rId11" Type="http://schemas.openxmlformats.org/officeDocument/2006/relationships/image" Target="../media/image37.svg"/><Relationship Id="rId12" Type="http://schemas.openxmlformats.org/officeDocument/2006/relationships/image" Target="../media/image98.png"/><Relationship Id="rId13" Type="http://schemas.openxmlformats.org/officeDocument/2006/relationships/image" Target="../media/image99.svg"/><Relationship Id="rId14" Type="http://schemas.openxmlformats.org/officeDocument/2006/relationships/image" Target="../media/image100.png"/><Relationship Id="rId15" Type="http://schemas.openxmlformats.org/officeDocument/2006/relationships/image" Target="../media/image101.svg"/><Relationship Id="rId2" Type="http://schemas.openxmlformats.org/officeDocument/2006/relationships/image" Target="../media/image60.png"/><Relationship Id="rId3" Type="http://schemas.openxmlformats.org/officeDocument/2006/relationships/image" Target="../media/image61.svg"/><Relationship Id="rId4" Type="http://schemas.openxmlformats.org/officeDocument/2006/relationships/image" Target="../media/image95.png"/><Relationship Id="rId5" Type="http://schemas.openxmlformats.org/officeDocument/2006/relationships/image" Target="../media/image96.svg"/><Relationship Id="rId6" Type="http://schemas.openxmlformats.org/officeDocument/2006/relationships/image" Target="../media/image73.png"/><Relationship Id="rId7" Type="http://schemas.openxmlformats.org/officeDocument/2006/relationships/image" Target="../media/image97.svg"/><Relationship Id="rId8" Type="http://schemas.openxmlformats.org/officeDocument/2006/relationships/image" Target="../media/image62.png"/><Relationship Id="rId9" Type="http://schemas.openxmlformats.org/officeDocument/2006/relationships/image" Target="../media/image35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106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07.png"/><Relationship Id="rId14" Type="http://schemas.openxmlformats.org/officeDocument/2006/relationships/image" Target="../media/image108.svg"/><Relationship Id="rId15" Type="http://schemas.openxmlformats.org/officeDocument/2006/relationships/image" Target="../media/image35.png"/><Relationship Id="rId16" Type="http://schemas.openxmlformats.org/officeDocument/2006/relationships/image" Target="../media/image36.png"/><Relationship Id="rId17" Type="http://schemas.openxmlformats.org/officeDocument/2006/relationships/image" Target="../media/image37.svg"/><Relationship Id="rId2" Type="http://schemas.openxmlformats.org/officeDocument/2006/relationships/image" Target="../media/image60.png"/><Relationship Id="rId3" Type="http://schemas.openxmlformats.org/officeDocument/2006/relationships/image" Target="../media/image61.svg"/><Relationship Id="rId4" Type="http://schemas.openxmlformats.org/officeDocument/2006/relationships/image" Target="../media/image102.png"/><Relationship Id="rId5" Type="http://schemas.openxmlformats.org/officeDocument/2006/relationships/image" Target="../media/image103.sv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104.svg"/><Relationship Id="rId9" Type="http://schemas.openxmlformats.org/officeDocument/2006/relationships/image" Target="../media/image105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Relationship Id="rId2" Type="http://schemas.openxmlformats.org/officeDocument/2006/relationships/image" Target="../media/image60.png"/><Relationship Id="rId3" Type="http://schemas.openxmlformats.org/officeDocument/2006/relationships/image" Target="../media/image61.svg"/><Relationship Id="rId4" Type="http://schemas.openxmlformats.org/officeDocument/2006/relationships/image" Target="../media/image62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svg"/><Relationship Id="rId8" Type="http://schemas.openxmlformats.org/officeDocument/2006/relationships/image" Target="../media/image109.png"/><Relationship Id="rId9" Type="http://schemas.openxmlformats.org/officeDocument/2006/relationships/image" Target="../media/image110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10" Type="http://schemas.openxmlformats.org/officeDocument/2006/relationships/diagramQuickStyle" Target="../diagrams/quickStyle1.xml"/><Relationship Id="rId11" Type="http://schemas.openxmlformats.org/officeDocument/2006/relationships/diagramColors" Target="../diagrams/colors1.xml"/><Relationship Id="rId12" Type="http://schemas.microsoft.com/office/2007/relationships/diagramDrawing" Target="../diagrams/drawing1.xml"/><Relationship Id="rId2" Type="http://schemas.openxmlformats.org/officeDocument/2006/relationships/image" Target="../media/image60.png"/><Relationship Id="rId3" Type="http://schemas.openxmlformats.org/officeDocument/2006/relationships/image" Target="../media/image61.svg"/><Relationship Id="rId4" Type="http://schemas.openxmlformats.org/officeDocument/2006/relationships/image" Target="../media/image62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svg"/><Relationship Id="rId8" Type="http://schemas.openxmlformats.org/officeDocument/2006/relationships/diagramData" Target="../diagrams/data1.xml"/><Relationship Id="rId9" Type="http://schemas.openxmlformats.org/officeDocument/2006/relationships/diagramLayout" Target="../diagrams/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0.png"/><Relationship Id="rId3" Type="http://schemas.openxmlformats.org/officeDocument/2006/relationships/image" Target="../media/image61.svg"/><Relationship Id="rId4" Type="http://schemas.openxmlformats.org/officeDocument/2006/relationships/image" Target="../media/image62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svg"/><Relationship Id="rId8" Type="http://schemas.openxmlformats.org/officeDocument/2006/relationships/image" Target="../media/image114.png"/><Relationship Id="rId9" Type="http://schemas.openxmlformats.org/officeDocument/2006/relationships/image" Target="../media/image115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0.png"/><Relationship Id="rId3" Type="http://schemas.openxmlformats.org/officeDocument/2006/relationships/image" Target="../media/image61.svg"/><Relationship Id="rId4" Type="http://schemas.openxmlformats.org/officeDocument/2006/relationships/image" Target="../media/image62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svg"/><Relationship Id="rId8" Type="http://schemas.openxmlformats.org/officeDocument/2006/relationships/image" Target="../media/image116.png"/><Relationship Id="rId9" Type="http://schemas.openxmlformats.org/officeDocument/2006/relationships/image" Target="../media/image117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0.png"/><Relationship Id="rId3" Type="http://schemas.openxmlformats.org/officeDocument/2006/relationships/image" Target="../media/image61.svg"/><Relationship Id="rId4" Type="http://schemas.openxmlformats.org/officeDocument/2006/relationships/image" Target="../media/image62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sv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123.sv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svg"/><Relationship Id="rId2" Type="http://schemas.openxmlformats.org/officeDocument/2006/relationships/image" Target="../media/image60.png"/><Relationship Id="rId3" Type="http://schemas.openxmlformats.org/officeDocument/2006/relationships/image" Target="../media/image61.svg"/><Relationship Id="rId4" Type="http://schemas.openxmlformats.org/officeDocument/2006/relationships/image" Target="../media/image118.png"/><Relationship Id="rId5" Type="http://schemas.openxmlformats.org/officeDocument/2006/relationships/image" Target="../media/image119.svg"/><Relationship Id="rId6" Type="http://schemas.openxmlformats.org/officeDocument/2006/relationships/image" Target="../media/image120.png"/><Relationship Id="rId7" Type="http://schemas.openxmlformats.org/officeDocument/2006/relationships/image" Target="../media/image121.svg"/><Relationship Id="rId8" Type="http://schemas.openxmlformats.org/officeDocument/2006/relationships/image" Target="../media/image62.png"/><Relationship Id="rId9" Type="http://schemas.openxmlformats.org/officeDocument/2006/relationships/image" Target="../media/image122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Relationship Id="rId2" Type="http://schemas.openxmlformats.org/officeDocument/2006/relationships/image" Target="../media/image60.png"/><Relationship Id="rId3" Type="http://schemas.openxmlformats.org/officeDocument/2006/relationships/image" Target="../media/image61.svg"/><Relationship Id="rId4" Type="http://schemas.openxmlformats.org/officeDocument/2006/relationships/image" Target="../media/image62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svg"/><Relationship Id="rId8" Type="http://schemas.openxmlformats.org/officeDocument/2006/relationships/image" Target="../media/image109.png"/><Relationship Id="rId9" Type="http://schemas.openxmlformats.org/officeDocument/2006/relationships/image" Target="../media/image110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Relationship Id="rId2" Type="http://schemas.openxmlformats.org/officeDocument/2006/relationships/image" Target="../media/image60.png"/><Relationship Id="rId3" Type="http://schemas.openxmlformats.org/officeDocument/2006/relationships/image" Target="../media/image61.svg"/><Relationship Id="rId4" Type="http://schemas.openxmlformats.org/officeDocument/2006/relationships/image" Target="../media/image62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svg"/><Relationship Id="rId8" Type="http://schemas.openxmlformats.org/officeDocument/2006/relationships/image" Target="../media/image109.png"/><Relationship Id="rId9" Type="http://schemas.openxmlformats.org/officeDocument/2006/relationships/image" Target="../media/image110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Relationship Id="rId2" Type="http://schemas.openxmlformats.org/officeDocument/2006/relationships/image" Target="../media/image60.png"/><Relationship Id="rId3" Type="http://schemas.openxmlformats.org/officeDocument/2006/relationships/image" Target="../media/image61.svg"/><Relationship Id="rId4" Type="http://schemas.openxmlformats.org/officeDocument/2006/relationships/image" Target="../media/image62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svg"/><Relationship Id="rId8" Type="http://schemas.openxmlformats.org/officeDocument/2006/relationships/image" Target="../media/image109.png"/><Relationship Id="rId9" Type="http://schemas.openxmlformats.org/officeDocument/2006/relationships/image" Target="../media/image110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Relationship Id="rId2" Type="http://schemas.openxmlformats.org/officeDocument/2006/relationships/image" Target="../media/image60.png"/><Relationship Id="rId3" Type="http://schemas.openxmlformats.org/officeDocument/2006/relationships/image" Target="../media/image61.svg"/><Relationship Id="rId4" Type="http://schemas.openxmlformats.org/officeDocument/2006/relationships/image" Target="../media/image62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svg"/><Relationship Id="rId8" Type="http://schemas.openxmlformats.org/officeDocument/2006/relationships/image" Target="../media/image109.png"/><Relationship Id="rId9" Type="http://schemas.openxmlformats.org/officeDocument/2006/relationships/image" Target="../media/image110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Relationship Id="rId2" Type="http://schemas.openxmlformats.org/officeDocument/2006/relationships/image" Target="../media/image60.png"/><Relationship Id="rId3" Type="http://schemas.openxmlformats.org/officeDocument/2006/relationships/image" Target="../media/image61.svg"/><Relationship Id="rId4" Type="http://schemas.openxmlformats.org/officeDocument/2006/relationships/image" Target="../media/image62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svg"/><Relationship Id="rId8" Type="http://schemas.openxmlformats.org/officeDocument/2006/relationships/image" Target="../media/image109.png"/><Relationship Id="rId9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E201531-E415-73FA-6C15-A093B272CF02}"/>
              </a:ext>
            </a:extLst>
          </p:cNvPr>
          <p:cNvGrpSpPr/>
          <p:nvPr/>
        </p:nvGrpSpPr>
        <p:grpSpPr>
          <a:xfrm>
            <a:off x="695399" y="305826"/>
            <a:ext cx="10729193" cy="6202052"/>
            <a:chOff x="586740" y="1910223"/>
            <a:chExt cx="3218444" cy="4947777"/>
          </a:xfrm>
        </p:grpSpPr>
        <p:sp>
          <p:nvSpPr>
            <p:cNvPr id="7" name="사각형: 둥근 위쪽 모서리 6">
              <a:extLst>
                <a:ext uri="{FF2B5EF4-FFF2-40B4-BE49-F238E27FC236}">
                  <a16:creationId xmlns:a16="http://schemas.microsoft.com/office/drawing/2014/main" id="{20CEB42D-27A7-01E0-8C72-1940C197DA31}"/>
                </a:ext>
              </a:extLst>
            </p:cNvPr>
            <p:cNvSpPr/>
            <p:nvPr/>
          </p:nvSpPr>
          <p:spPr>
            <a:xfrm>
              <a:off x="586740" y="2032000"/>
              <a:ext cx="3218444" cy="4826000"/>
            </a:xfrm>
            <a:prstGeom prst="round2SameRect">
              <a:avLst>
                <a:gd name="adj1" fmla="val 8239"/>
                <a:gd name="adj2" fmla="val 0"/>
              </a:avLst>
            </a:prstGeom>
            <a:gradFill>
              <a:gsLst>
                <a:gs pos="0">
                  <a:srgbClr val="F7FFFF"/>
                </a:gs>
                <a:gs pos="100000">
                  <a:srgbClr val="B9DAFF">
                    <a:alpha val="50000"/>
                  </a:srgbClr>
                </a:gs>
              </a:gsLst>
              <a:lin ang="16200000" scaled="1"/>
            </a:gradFill>
            <a:ln w="12261" cap="flat">
              <a:noFill/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020429F-1416-5903-8511-22F8E7B515CA}"/>
                </a:ext>
              </a:extLst>
            </p:cNvPr>
            <p:cNvSpPr/>
            <p:nvPr/>
          </p:nvSpPr>
          <p:spPr>
            <a:xfrm>
              <a:off x="586740" y="6741981"/>
              <a:ext cx="3218444" cy="116019"/>
            </a:xfrm>
            <a:prstGeom prst="rect">
              <a:avLst/>
            </a:prstGeom>
            <a:solidFill>
              <a:srgbClr val="1A35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pic>
          <p:nvPicPr>
            <p:cNvPr id="10" name="그래픽 39">
              <a:extLst>
                <a:ext uri="{FF2B5EF4-FFF2-40B4-BE49-F238E27FC236}">
                  <a16:creationId xmlns:a16="http://schemas.microsoft.com/office/drawing/2014/main" id="{941ADA50-64C2-37EE-C27F-C97C25EA3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86777" y="1910223"/>
              <a:ext cx="136552" cy="266700"/>
            </a:xfrm>
            <a:prstGeom prst="rect">
              <a:avLst/>
            </a:prstGeom>
          </p:spPr>
        </p:pic>
        <p:pic>
          <p:nvPicPr>
            <p:cNvPr id="16" name="그래픽 57">
              <a:extLst>
                <a:ext uri="{FF2B5EF4-FFF2-40B4-BE49-F238E27FC236}">
                  <a16:creationId xmlns:a16="http://schemas.microsoft.com/office/drawing/2014/main" id="{5776C62F-FC39-30A5-8C05-0EA4976C7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8282" y="4699746"/>
              <a:ext cx="513759" cy="513759"/>
            </a:xfrm>
            <a:prstGeom prst="rect">
              <a:avLst/>
            </a:prstGeom>
          </p:spPr>
        </p:pic>
      </p:grpSp>
      <p:pic>
        <p:nvPicPr>
          <p:cNvPr id="5" name="그림 4" descr="노트북, 컴퓨터, 의류, 사람이(가) 표시된 사진  자동 생성된 설명">
            <a:extLst>
              <a:ext uri="{FF2B5EF4-FFF2-40B4-BE49-F238E27FC236}">
                <a16:creationId xmlns:a16="http://schemas.microsoft.com/office/drawing/2014/main" id="{65866456-3A04-FF02-3B68-1DDA24DD41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3" y="2852936"/>
            <a:ext cx="6272386" cy="3816424"/>
          </a:xfrm>
          <a:prstGeom prst="rect">
            <a:avLst/>
          </a:prstGeom>
        </p:spPr>
      </p:pic>
      <p:pic>
        <p:nvPicPr>
          <p:cNvPr id="28" name="그래픽 67">
            <a:extLst>
              <a:ext uri="{FF2B5EF4-FFF2-40B4-BE49-F238E27FC236}">
                <a16:creationId xmlns:a16="http://schemas.microsoft.com/office/drawing/2014/main" id="{80C07BB0-31E5-6486-268B-B1E3D500D9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32004" y="3739512"/>
            <a:ext cx="104775" cy="762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7BE0201-4E19-4F17-880B-68EB902B69A3}"/>
              </a:ext>
            </a:extLst>
          </p:cNvPr>
          <p:cNvSpPr txBox="1"/>
          <p:nvPr/>
        </p:nvSpPr>
        <p:spPr>
          <a:xfrm>
            <a:off x="5356145" y="2227736"/>
            <a:ext cx="6008376" cy="2190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b="1" dirty="0"/>
              <a:t xml:space="preserve">(PPT </a:t>
            </a:r>
            <a:r>
              <a:rPr lang="ko-KR" altLang="en-US" sz="2400" b="1" dirty="0"/>
              <a:t>작성 시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 xml:space="preserve"> 아래 경로에 등록된 </a:t>
            </a:r>
            <a:endParaRPr lang="en-US" altLang="ko-KR" sz="2400" b="1" dirty="0"/>
          </a:p>
          <a:p>
            <a:pPr>
              <a:lnSpc>
                <a:spcPct val="200000"/>
              </a:lnSpc>
            </a:pPr>
            <a:r>
              <a:rPr lang="en-US" altLang="ko-KR" sz="2400" dirty="0"/>
              <a:t>[</a:t>
            </a:r>
            <a:r>
              <a:rPr lang="ko-KR" altLang="en-US" sz="2400" b="1" dirty="0"/>
              <a:t xml:space="preserve">작성가이드 </a:t>
            </a:r>
            <a:r>
              <a:rPr lang="en-US" altLang="ko-KR" sz="2400" b="1" dirty="0"/>
              <a:t xml:space="preserve">2. </a:t>
            </a:r>
            <a:r>
              <a:rPr lang="ko-KR" altLang="en-US" sz="2400" b="1" dirty="0"/>
              <a:t>팀별 프로젝트 결과보고서</a:t>
            </a:r>
            <a:r>
              <a:rPr lang="en-US" altLang="ko-KR" sz="2400" b="1" dirty="0"/>
              <a:t>]</a:t>
            </a:r>
          </a:p>
          <a:p>
            <a:pPr>
              <a:lnSpc>
                <a:spcPct val="200000"/>
              </a:lnSpc>
            </a:pPr>
            <a:r>
              <a:rPr lang="ko-KR" altLang="en-US" sz="2400" b="1" dirty="0"/>
              <a:t>영상을 참고하여 작성하세요</a:t>
            </a:r>
            <a:r>
              <a:rPr lang="en-US" altLang="ko-KR" sz="2400" b="1" dirty="0"/>
              <a:t>!</a:t>
            </a:r>
            <a:r>
              <a:rPr lang="ko-KR" altLang="en-US" sz="2400" b="1" dirty="0"/>
              <a:t xml:space="preserve">     </a:t>
            </a:r>
            <a:endParaRPr lang="ko-KR" altLang="en-US" sz="2400" dirty="0"/>
          </a:p>
        </p:txBody>
      </p:sp>
      <p:pic>
        <p:nvPicPr>
          <p:cNvPr id="33" name="그래픽 32">
            <a:extLst>
              <a:ext uri="{FF2B5EF4-FFF2-40B4-BE49-F238E27FC236}">
                <a16:creationId xmlns:a16="http://schemas.microsoft.com/office/drawing/2014/main" id="{605BBCBF-7F86-424E-B6F1-1163FB3CA1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7575" y="1114901"/>
            <a:ext cx="231912" cy="231912"/>
          </a:xfrm>
          <a:prstGeom prst="rect">
            <a:avLst/>
          </a:prstGeom>
        </p:spPr>
      </p:pic>
      <p:pic>
        <p:nvPicPr>
          <p:cNvPr id="34" name="그래픽 33">
            <a:extLst>
              <a:ext uri="{FF2B5EF4-FFF2-40B4-BE49-F238E27FC236}">
                <a16:creationId xmlns:a16="http://schemas.microsoft.com/office/drawing/2014/main" id="{1ED7A898-AC55-42A7-BBAA-5FB146DCA9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31472" y="5970452"/>
            <a:ext cx="106965" cy="106965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63769094-2B28-4CF3-87D3-E86DAFE87C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0411" y="3333846"/>
            <a:ext cx="320555" cy="320555"/>
          </a:xfrm>
          <a:prstGeom prst="rect">
            <a:avLst/>
          </a:prstGeom>
        </p:spPr>
      </p:pic>
      <p:pic>
        <p:nvPicPr>
          <p:cNvPr id="36" name="그래픽 39">
            <a:extLst>
              <a:ext uri="{FF2B5EF4-FFF2-40B4-BE49-F238E27FC236}">
                <a16:creationId xmlns:a16="http://schemas.microsoft.com/office/drawing/2014/main" id="{941ADA50-64C2-37EE-C27F-C97C25EA3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1657" y="3051749"/>
            <a:ext cx="190500" cy="266700"/>
          </a:xfrm>
          <a:prstGeom prst="rect">
            <a:avLst/>
          </a:prstGeom>
        </p:spPr>
      </p:pic>
      <p:pic>
        <p:nvPicPr>
          <p:cNvPr id="37" name="그래픽 41">
            <a:extLst>
              <a:ext uri="{FF2B5EF4-FFF2-40B4-BE49-F238E27FC236}">
                <a16:creationId xmlns:a16="http://schemas.microsoft.com/office/drawing/2014/main" id="{C059AD3E-9512-40E4-B4F1-8EC2B01947B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35731" y="4683554"/>
            <a:ext cx="459767" cy="437634"/>
          </a:xfrm>
          <a:prstGeom prst="rect">
            <a:avLst/>
          </a:prstGeom>
        </p:spPr>
      </p:pic>
      <p:pic>
        <p:nvPicPr>
          <p:cNvPr id="40" name="그래픽 296">
            <a:extLst>
              <a:ext uri="{FF2B5EF4-FFF2-40B4-BE49-F238E27FC236}">
                <a16:creationId xmlns:a16="http://schemas.microsoft.com/office/drawing/2014/main" id="{0D93E5BE-BF5F-A52F-20A6-B017D69DC82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51618" y="692696"/>
            <a:ext cx="955324" cy="955324"/>
          </a:xfrm>
          <a:prstGeom prst="rect">
            <a:avLst/>
          </a:prstGeom>
        </p:spPr>
      </p:pic>
      <p:pic>
        <p:nvPicPr>
          <p:cNvPr id="41" name="그래픽 298">
            <a:extLst>
              <a:ext uri="{FF2B5EF4-FFF2-40B4-BE49-F238E27FC236}">
                <a16:creationId xmlns:a16="http://schemas.microsoft.com/office/drawing/2014/main" id="{2D3ECE42-9946-304E-ADC9-553BD8A99CD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26450" y="2232252"/>
            <a:ext cx="361822" cy="361822"/>
          </a:xfrm>
          <a:prstGeom prst="rect">
            <a:avLst/>
          </a:prstGeom>
        </p:spPr>
      </p:pic>
      <p:pic>
        <p:nvPicPr>
          <p:cNvPr id="42" name="그래픽 125">
            <a:extLst>
              <a:ext uri="{FF2B5EF4-FFF2-40B4-BE49-F238E27FC236}">
                <a16:creationId xmlns:a16="http://schemas.microsoft.com/office/drawing/2014/main" id="{306708EC-43B1-1FD4-1B3C-80EAE278923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2553974">
            <a:off x="10881716" y="4218190"/>
            <a:ext cx="190500" cy="428625"/>
          </a:xfrm>
          <a:prstGeom prst="rect">
            <a:avLst/>
          </a:prstGeom>
        </p:spPr>
      </p:pic>
      <p:pic>
        <p:nvPicPr>
          <p:cNvPr id="43" name="그래픽 121">
            <a:extLst>
              <a:ext uri="{FF2B5EF4-FFF2-40B4-BE49-F238E27FC236}">
                <a16:creationId xmlns:a16="http://schemas.microsoft.com/office/drawing/2014/main" id="{888286FF-25C9-3A48-568B-FEE0BC283D7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069497" y="5648116"/>
            <a:ext cx="190500" cy="18097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6D18CFB-C137-406C-88BD-E6300970EA61}"/>
              </a:ext>
            </a:extLst>
          </p:cNvPr>
          <p:cNvSpPr txBox="1"/>
          <p:nvPr/>
        </p:nvSpPr>
        <p:spPr>
          <a:xfrm>
            <a:off x="6493773" y="4703560"/>
            <a:ext cx="4030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25"/>
              </a:rPr>
              <a:t>https://youtu.be/AzQ6RnzUnpE</a:t>
            </a:r>
            <a:endParaRPr lang="ko-KR" altLang="en-US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0BCF08-13F5-457B-911B-0BDD2B874287}"/>
              </a:ext>
            </a:extLst>
          </p:cNvPr>
          <p:cNvSpPr txBox="1"/>
          <p:nvPr/>
        </p:nvSpPr>
        <p:spPr>
          <a:xfrm>
            <a:off x="6571163" y="5184640"/>
            <a:ext cx="3686254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22910" fontAlgn="base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 xml:space="preserve">* 링크를 따라가려면 </a:t>
            </a: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&lt;ctrl&gt;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키를 누른 채 클릭하세요</a:t>
            </a: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.</a:t>
            </a:r>
            <a:endParaRPr lang="ko-KR" altLang="en-US" sz="1050" dirty="0">
              <a:ln>
                <a:solidFill>
                  <a:schemeClr val="accent1">
                    <a:alpha val="0"/>
                  </a:schemeClr>
                </a:solidFill>
              </a:ln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08D694D8-661B-F6D1-68E1-35769C5E2546}"/>
              </a:ext>
            </a:extLst>
          </p:cNvPr>
          <p:cNvSpPr txBox="1"/>
          <p:nvPr/>
        </p:nvSpPr>
        <p:spPr>
          <a:xfrm>
            <a:off x="5450290" y="1542854"/>
            <a:ext cx="593829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A355C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PPT</a:t>
            </a:r>
            <a:r>
              <a:rPr lang="ko-KR" altLang="en-US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A355C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 xml:space="preserve"> 작성 가이드 안내</a:t>
            </a: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DDA2451D-BC49-446F-BB5A-BD4056A187BE}"/>
              </a:ext>
            </a:extLst>
          </p:cNvPr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제출 시 본 페이지는 삭제 후 제출하세요</a:t>
            </a:r>
          </a:p>
        </p:txBody>
      </p:sp>
    </p:spTree>
    <p:extLst>
      <p:ext uri="{BB962C8B-B14F-4D97-AF65-F5344CB8AC3E}">
        <p14:creationId xmlns:p14="http://schemas.microsoft.com/office/powerpoint/2010/main" val="1741396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AEF94F9A-BEE3-D4E0-C68F-5CC13F0CB7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2792"/>
          <a:stretch/>
        </p:blipFill>
        <p:spPr>
          <a:xfrm>
            <a:off x="8589747" y="1908557"/>
            <a:ext cx="3602254" cy="29606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BBD4645-05C1-2461-0CA1-7E8039FB2786}"/>
              </a:ext>
            </a:extLst>
          </p:cNvPr>
          <p:cNvSpPr txBox="1"/>
          <p:nvPr/>
        </p:nvSpPr>
        <p:spPr>
          <a:xfrm>
            <a:off x="577148" y="618674"/>
            <a:ext cx="454674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작성요령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AC1A773-1649-49F3-E681-8736AC33CFD8}"/>
              </a:ext>
            </a:extLst>
          </p:cNvPr>
          <p:cNvGrpSpPr/>
          <p:nvPr/>
        </p:nvGrpSpPr>
        <p:grpSpPr>
          <a:xfrm>
            <a:off x="569528" y="1244179"/>
            <a:ext cx="3759563" cy="337820"/>
            <a:chOff x="569528" y="1244179"/>
            <a:chExt cx="3759563" cy="337820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47263B6A-5B09-A94E-7305-B9E59D67F725}"/>
                </a:ext>
              </a:extLst>
            </p:cNvPr>
            <p:cNvGrpSpPr/>
            <p:nvPr/>
          </p:nvGrpSpPr>
          <p:grpSpPr>
            <a:xfrm>
              <a:off x="569528" y="1244179"/>
              <a:ext cx="337820" cy="337820"/>
              <a:chOff x="4775200" y="-1190171"/>
              <a:chExt cx="841828" cy="841828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D1BB396F-A52A-BF9D-CF1F-8F67B1A4DA02}"/>
                  </a:ext>
                </a:extLst>
              </p:cNvPr>
              <p:cNvSpPr/>
              <p:nvPr/>
            </p:nvSpPr>
            <p:spPr>
              <a:xfrm>
                <a:off x="4775200" y="-1190171"/>
                <a:ext cx="841828" cy="841828"/>
              </a:xfrm>
              <a:prstGeom prst="ellipse">
                <a:avLst/>
              </a:prstGeom>
              <a:gradFill>
                <a:gsLst>
                  <a:gs pos="0">
                    <a:srgbClr val="49729E"/>
                  </a:gs>
                  <a:gs pos="88000">
                    <a:srgbClr val="1A355C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9" name="그래픽 27">
                <a:extLst>
                  <a:ext uri="{FF2B5EF4-FFF2-40B4-BE49-F238E27FC236}">
                    <a16:creationId xmlns:a16="http://schemas.microsoft.com/office/drawing/2014/main" id="{9F3FACB8-96F0-B588-4F0C-28013B1D5FF6}"/>
                  </a:ext>
                </a:extLst>
              </p:cNvPr>
              <p:cNvSpPr/>
              <p:nvPr/>
            </p:nvSpPr>
            <p:spPr>
              <a:xfrm>
                <a:off x="4918121" y="-985559"/>
                <a:ext cx="555986" cy="432604"/>
              </a:xfrm>
              <a:custGeom>
                <a:avLst/>
                <a:gdLst>
                  <a:gd name="connsiteX0" fmla="*/ 277636 w 733449"/>
                  <a:gd name="connsiteY0" fmla="*/ 570685 h 570685"/>
                  <a:gd name="connsiteX1" fmla="*/ 211152 w 733449"/>
                  <a:gd name="connsiteY1" fmla="*/ 542301 h 570685"/>
                  <a:gd name="connsiteX2" fmla="*/ 25700 w 733449"/>
                  <a:gd name="connsiteY2" fmla="*/ 349324 h 570685"/>
                  <a:gd name="connsiteX3" fmla="*/ 28272 w 733449"/>
                  <a:gd name="connsiteY3" fmla="*/ 218927 h 570685"/>
                  <a:gd name="connsiteX4" fmla="*/ 158669 w 733449"/>
                  <a:gd name="connsiteY4" fmla="*/ 221594 h 570685"/>
                  <a:gd name="connsiteX5" fmla="*/ 276874 w 733449"/>
                  <a:gd name="connsiteY5" fmla="*/ 344752 h 570685"/>
                  <a:gd name="connsiteX6" fmla="*/ 574149 w 733449"/>
                  <a:gd name="connsiteY6" fmla="*/ 28999 h 570685"/>
                  <a:gd name="connsiteX7" fmla="*/ 704451 w 733449"/>
                  <a:gd name="connsiteY7" fmla="*/ 25093 h 570685"/>
                  <a:gd name="connsiteX8" fmla="*/ 708357 w 733449"/>
                  <a:gd name="connsiteY8" fmla="*/ 155395 h 570685"/>
                  <a:gd name="connsiteX9" fmla="*/ 344692 w 733449"/>
                  <a:gd name="connsiteY9" fmla="*/ 541729 h 570685"/>
                  <a:gd name="connsiteX10" fmla="*/ 278017 w 733449"/>
                  <a:gd name="connsiteY10" fmla="*/ 570685 h 570685"/>
                  <a:gd name="connsiteX11" fmla="*/ 277541 w 733449"/>
                  <a:gd name="connsiteY11" fmla="*/ 570685 h 57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33449" h="570685">
                    <a:moveTo>
                      <a:pt x="277636" y="570685"/>
                    </a:moveTo>
                    <a:cubicBezTo>
                      <a:pt x="252490" y="570685"/>
                      <a:pt x="228487" y="560398"/>
                      <a:pt x="211152" y="542301"/>
                    </a:cubicBezTo>
                    <a:lnTo>
                      <a:pt x="25700" y="349324"/>
                    </a:lnTo>
                    <a:cubicBezTo>
                      <a:pt x="-9543" y="312558"/>
                      <a:pt x="-8400" y="254265"/>
                      <a:pt x="28272" y="218927"/>
                    </a:cubicBezTo>
                    <a:cubicBezTo>
                      <a:pt x="65038" y="183685"/>
                      <a:pt x="123426" y="184828"/>
                      <a:pt x="158669" y="221594"/>
                    </a:cubicBezTo>
                    <a:lnTo>
                      <a:pt x="276874" y="344752"/>
                    </a:lnTo>
                    <a:lnTo>
                      <a:pt x="574149" y="28999"/>
                    </a:lnTo>
                    <a:cubicBezTo>
                      <a:pt x="609011" y="-8054"/>
                      <a:pt x="667399" y="-9863"/>
                      <a:pt x="704451" y="25093"/>
                    </a:cubicBezTo>
                    <a:cubicBezTo>
                      <a:pt x="741504" y="60050"/>
                      <a:pt x="743313" y="118343"/>
                      <a:pt x="708357" y="155395"/>
                    </a:cubicBezTo>
                    <a:lnTo>
                      <a:pt x="344692" y="541729"/>
                    </a:lnTo>
                    <a:cubicBezTo>
                      <a:pt x="327357" y="560113"/>
                      <a:pt x="303258" y="570590"/>
                      <a:pt x="278017" y="570685"/>
                    </a:cubicBezTo>
                    <a:lnTo>
                      <a:pt x="277541" y="570685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+mj-lt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CFCF935-8196-A185-816C-95D844ACA952}"/>
                </a:ext>
              </a:extLst>
            </p:cNvPr>
            <p:cNvSpPr txBox="1"/>
            <p:nvPr/>
          </p:nvSpPr>
          <p:spPr>
            <a:xfrm>
              <a:off x="1028906" y="1259201"/>
              <a:ext cx="330018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작성요령</a:t>
              </a:r>
              <a:endParaRPr lang="en-US" altLang="ko-KR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71AA92F-7E42-EDDF-C00D-43EF76A58DEB}"/>
              </a:ext>
            </a:extLst>
          </p:cNvPr>
          <p:cNvGrpSpPr/>
          <p:nvPr/>
        </p:nvGrpSpPr>
        <p:grpSpPr>
          <a:xfrm>
            <a:off x="555881" y="2537972"/>
            <a:ext cx="8372219" cy="796883"/>
            <a:chOff x="555881" y="2537972"/>
            <a:chExt cx="8372219" cy="796883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254AE529-22EB-54D7-0976-B5EF4A458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3028924"/>
              <a:ext cx="1648614" cy="305931"/>
            </a:xfrm>
            <a:prstGeom prst="rect">
              <a:avLst/>
            </a:prstGeom>
          </p:spPr>
        </p:pic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994CD6DF-A047-4DF8-F9E5-E0C6CD064203}"/>
                </a:ext>
              </a:extLst>
            </p:cNvPr>
            <p:cNvSpPr/>
            <p:nvPr/>
          </p:nvSpPr>
          <p:spPr>
            <a:xfrm>
              <a:off x="626881" y="2537972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2AF8C27D-C8CD-BF6D-BC46-E2F8F4927CC5}"/>
                </a:ext>
              </a:extLst>
            </p:cNvPr>
            <p:cNvGrpSpPr/>
            <p:nvPr/>
          </p:nvGrpSpPr>
          <p:grpSpPr>
            <a:xfrm>
              <a:off x="723172" y="2665154"/>
              <a:ext cx="238823" cy="231978"/>
              <a:chOff x="5492108" y="1820209"/>
              <a:chExt cx="269676" cy="261946"/>
            </a:xfrm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A6690AB2-A08B-0BA0-316E-656B1C8791DA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4B46D51-2159-3485-F56F-EE8687B19D31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+mj-lt"/>
                    <a:ea typeface="세방고딕 Bold" panose="00000800000000000000" pitchFamily="2" charset="-127"/>
                  </a:rPr>
                  <a:t>2</a:t>
                </a: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CE62BF6-EB75-F122-7642-C178C95C921B}"/>
                </a:ext>
              </a:extLst>
            </p:cNvPr>
            <p:cNvSpPr txBox="1"/>
            <p:nvPr/>
          </p:nvSpPr>
          <p:spPr>
            <a:xfrm>
              <a:off x="1007422" y="2616629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맑은 고딕" panose="020B0503020000020004" pitchFamily="50" charset="-127"/>
                </a:rPr>
                <a:t>작성주체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79087C6-A385-FDBD-7FC4-8919D8D0053B}"/>
                </a:ext>
              </a:extLst>
            </p:cNvPr>
            <p:cNvSpPr txBox="1"/>
            <p:nvPr/>
          </p:nvSpPr>
          <p:spPr>
            <a:xfrm>
              <a:off x="2419351" y="2623749"/>
              <a:ext cx="6508749" cy="583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훈련생이 직접 작성하고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 xml:space="preserve"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훈련기관 담당자가 임의로 삭제 혹은 수정하지 않아야 함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78C8"/>
                </a:solidFill>
                <a:latin typeface="+mn-ea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CAFA98F-7B4A-201A-B8D7-1DDB2B5EDBF9}"/>
              </a:ext>
            </a:extLst>
          </p:cNvPr>
          <p:cNvGrpSpPr/>
          <p:nvPr/>
        </p:nvGrpSpPr>
        <p:grpSpPr>
          <a:xfrm>
            <a:off x="555881" y="1712400"/>
            <a:ext cx="8216795" cy="821208"/>
            <a:chOff x="555881" y="1712400"/>
            <a:chExt cx="8216795" cy="821208"/>
          </a:xfrm>
        </p:grpSpPr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D65B55A5-50A9-0D43-E523-5E15AFFBB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2227677"/>
              <a:ext cx="1648614" cy="305931"/>
            </a:xfrm>
            <a:prstGeom prst="rect">
              <a:avLst/>
            </a:prstGeom>
          </p:spPr>
        </p:pic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194F574F-A0FD-9843-883B-ED65C07104C2}"/>
                </a:ext>
              </a:extLst>
            </p:cNvPr>
            <p:cNvSpPr/>
            <p:nvPr/>
          </p:nvSpPr>
          <p:spPr>
            <a:xfrm>
              <a:off x="626881" y="1736725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D00B70C8-0C51-F79C-681B-357513D2FC7E}"/>
                </a:ext>
              </a:extLst>
            </p:cNvPr>
            <p:cNvGrpSpPr/>
            <p:nvPr/>
          </p:nvGrpSpPr>
          <p:grpSpPr>
            <a:xfrm>
              <a:off x="723172" y="1863907"/>
              <a:ext cx="238823" cy="231978"/>
              <a:chOff x="5492108" y="1820209"/>
              <a:chExt cx="269676" cy="261946"/>
            </a:xfrm>
          </p:grpSpPr>
          <p:sp>
            <p:nvSpPr>
              <p:cNvPr id="87" name="사각형: 둥근 모서리 86">
                <a:extLst>
                  <a:ext uri="{FF2B5EF4-FFF2-40B4-BE49-F238E27FC236}">
                    <a16:creationId xmlns:a16="http://schemas.microsoft.com/office/drawing/2014/main" id="{816615A8-0428-2613-F44C-50FB5E8F1C4F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16F42B0-20BD-5545-1FFD-791E8DC7781D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1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388280B-ED2E-E1BC-CBB8-411E48304EF7}"/>
                </a:ext>
              </a:extLst>
            </p:cNvPr>
            <p:cNvSpPr txBox="1"/>
            <p:nvPr/>
          </p:nvSpPr>
          <p:spPr>
            <a:xfrm>
              <a:off x="1007422" y="1815382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맑은 고딕" panose="020B0503020000020004" pitchFamily="50" charset="-127"/>
                </a:rPr>
                <a:t>제출형태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A0CF0C1-2A7D-3D19-BF69-1D080EC8F862}"/>
                </a:ext>
              </a:extLst>
            </p:cNvPr>
            <p:cNvSpPr txBox="1"/>
            <p:nvPr/>
          </p:nvSpPr>
          <p:spPr>
            <a:xfrm>
              <a:off x="2419351" y="1712400"/>
              <a:ext cx="6353325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팀별 프로젝트 결과보고서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(PPT)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는 팀별로 각각 작성하여 제출해야 함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C587D62-5C5B-8568-5550-1D6383C5DEE9}"/>
                </a:ext>
              </a:extLst>
            </p:cNvPr>
            <p:cNvSpPr txBox="1"/>
            <p:nvPr/>
          </p:nvSpPr>
          <p:spPr>
            <a:xfrm>
              <a:off x="2979134" y="2023983"/>
              <a:ext cx="34639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단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 xml:space="preserve">,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개별 진행된 경우 개별로 작성하여 제출</a:t>
              </a:r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FF652EE3-449C-BE36-9B21-DE9A986E9380}"/>
                </a:ext>
              </a:extLst>
            </p:cNvPr>
            <p:cNvSpPr/>
            <p:nvPr/>
          </p:nvSpPr>
          <p:spPr>
            <a:xfrm>
              <a:off x="2802691" y="2095552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DD54B0E7-C0BC-E4DB-D62F-AD05F23AF0A2}"/>
              </a:ext>
            </a:extLst>
          </p:cNvPr>
          <p:cNvGrpSpPr/>
          <p:nvPr/>
        </p:nvGrpSpPr>
        <p:grpSpPr>
          <a:xfrm>
            <a:off x="555881" y="3373826"/>
            <a:ext cx="6645019" cy="821208"/>
            <a:chOff x="555881" y="3373826"/>
            <a:chExt cx="6645019" cy="821208"/>
          </a:xfrm>
        </p:grpSpPr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ECADC2AC-4A12-8D3C-1210-798C9F7CC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3889103"/>
              <a:ext cx="1648614" cy="305931"/>
            </a:xfrm>
            <a:prstGeom prst="rect">
              <a:avLst/>
            </a:prstGeom>
          </p:spPr>
        </p:pic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E2D13C13-1CD0-287D-6C1B-E5312AE095D6}"/>
                </a:ext>
              </a:extLst>
            </p:cNvPr>
            <p:cNvSpPr/>
            <p:nvPr/>
          </p:nvSpPr>
          <p:spPr>
            <a:xfrm>
              <a:off x="626881" y="3398151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B27F5CCB-EFA8-D804-BF2E-597216790FBA}"/>
                </a:ext>
              </a:extLst>
            </p:cNvPr>
            <p:cNvGrpSpPr/>
            <p:nvPr/>
          </p:nvGrpSpPr>
          <p:grpSpPr>
            <a:xfrm>
              <a:off x="723172" y="3525333"/>
              <a:ext cx="238823" cy="231978"/>
              <a:chOff x="5492108" y="1820209"/>
              <a:chExt cx="269676" cy="261946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8D2C11B5-83E8-2470-9DED-9156C304B3D2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D3ABF101-0F85-B13F-E0D4-806F172542B9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3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FAA222C-4C3F-46C1-A9CC-60C84CEB096D}"/>
                </a:ext>
              </a:extLst>
            </p:cNvPr>
            <p:cNvSpPr txBox="1"/>
            <p:nvPr/>
          </p:nvSpPr>
          <p:spPr>
            <a:xfrm>
              <a:off x="1007422" y="3476808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 일 명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DC1CA84-CA24-4C7E-F412-14C7217BA48E}"/>
                </a:ext>
              </a:extLst>
            </p:cNvPr>
            <p:cNvSpPr txBox="1"/>
            <p:nvPr/>
          </p:nvSpPr>
          <p:spPr>
            <a:xfrm>
              <a:off x="2419351" y="3373826"/>
              <a:ext cx="4781549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결과보고서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_</a:t>
              </a:r>
              <a:r>
                <a:rPr lang="ko-KR" altLang="en-US" sz="14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팀명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</a:t>
              </a:r>
              <a:r>
                <a:rPr lang="ko-KR" altLang="en-US" sz="14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팀주제명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)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9B456EE-8C65-3985-7041-982FA9B622E3}"/>
                </a:ext>
              </a:extLst>
            </p:cNvPr>
            <p:cNvSpPr txBox="1"/>
            <p:nvPr/>
          </p:nvSpPr>
          <p:spPr>
            <a:xfrm>
              <a:off x="2979134" y="3685409"/>
              <a:ext cx="34639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예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 xml:space="preserve">)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결과보고서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_1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팀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(OOO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 xml:space="preserve">를 활용한 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OOOO)</a:t>
              </a:r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99F40289-4205-D43E-3A2D-4DFF14485379}"/>
                </a:ext>
              </a:extLst>
            </p:cNvPr>
            <p:cNvSpPr/>
            <p:nvPr/>
          </p:nvSpPr>
          <p:spPr>
            <a:xfrm>
              <a:off x="2802691" y="375697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FB418381-C607-BD5A-B520-DA0CC9D7DBB8}"/>
              </a:ext>
            </a:extLst>
          </p:cNvPr>
          <p:cNvGrpSpPr/>
          <p:nvPr/>
        </p:nvGrpSpPr>
        <p:grpSpPr>
          <a:xfrm>
            <a:off x="555881" y="4293096"/>
            <a:ext cx="10711818" cy="796883"/>
            <a:chOff x="555881" y="4613155"/>
            <a:chExt cx="10711818" cy="796883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233CCD15-0A61-5088-FC70-133E66685F9A}"/>
                </a:ext>
              </a:extLst>
            </p:cNvPr>
            <p:cNvGrpSpPr/>
            <p:nvPr/>
          </p:nvGrpSpPr>
          <p:grpSpPr>
            <a:xfrm>
              <a:off x="555881" y="4613155"/>
              <a:ext cx="1648614" cy="796883"/>
              <a:chOff x="555881" y="4613155"/>
              <a:chExt cx="1648614" cy="796883"/>
            </a:xfrm>
          </p:grpSpPr>
          <p:pic>
            <p:nvPicPr>
              <p:cNvPr id="117" name="그림 116">
                <a:extLst>
                  <a:ext uri="{FF2B5EF4-FFF2-40B4-BE49-F238E27FC236}">
                    <a16:creationId xmlns:a16="http://schemas.microsoft.com/office/drawing/2014/main" id="{5518D2B0-5774-6D31-B75C-30F523692C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6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5881" y="5104107"/>
                <a:ext cx="1648614" cy="305931"/>
              </a:xfrm>
              <a:prstGeom prst="rect">
                <a:avLst/>
              </a:prstGeom>
            </p:spPr>
          </p:pic>
          <p:sp>
            <p:nvSpPr>
              <p:cNvPr id="119" name="사각형: 둥근 모서리 118">
                <a:extLst>
                  <a:ext uri="{FF2B5EF4-FFF2-40B4-BE49-F238E27FC236}">
                    <a16:creationId xmlns:a16="http://schemas.microsoft.com/office/drawing/2014/main" id="{A0A71DDE-6F2C-71A5-A47E-26072A82EFEF}"/>
                  </a:ext>
                </a:extLst>
              </p:cNvPr>
              <p:cNvSpPr/>
              <p:nvPr/>
            </p:nvSpPr>
            <p:spPr>
              <a:xfrm>
                <a:off x="626881" y="4613155"/>
                <a:ext cx="1519557" cy="490839"/>
              </a:xfrm>
              <a:prstGeom prst="roundRect">
                <a:avLst>
                  <a:gd name="adj" fmla="val 5120"/>
                </a:avLst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grpSp>
            <p:nvGrpSpPr>
              <p:cNvPr id="120" name="그룹 119">
                <a:extLst>
                  <a:ext uri="{FF2B5EF4-FFF2-40B4-BE49-F238E27FC236}">
                    <a16:creationId xmlns:a16="http://schemas.microsoft.com/office/drawing/2014/main" id="{D407A655-D264-D4C2-BFA1-5D2D789B9C94}"/>
                  </a:ext>
                </a:extLst>
              </p:cNvPr>
              <p:cNvGrpSpPr/>
              <p:nvPr/>
            </p:nvGrpSpPr>
            <p:grpSpPr>
              <a:xfrm>
                <a:off x="723172" y="4740337"/>
                <a:ext cx="238823" cy="231978"/>
                <a:chOff x="5492108" y="1820209"/>
                <a:chExt cx="269676" cy="261946"/>
              </a:xfrm>
            </p:grpSpPr>
            <p:sp>
              <p:nvSpPr>
                <p:cNvPr id="123" name="사각형: 둥근 모서리 122">
                  <a:extLst>
                    <a:ext uri="{FF2B5EF4-FFF2-40B4-BE49-F238E27FC236}">
                      <a16:creationId xmlns:a16="http://schemas.microsoft.com/office/drawing/2014/main" id="{2683B883-37D7-CDC7-989E-B057FBC1D849}"/>
                    </a:ext>
                  </a:extLst>
                </p:cNvPr>
                <p:cNvSpPr/>
                <p:nvPr/>
              </p:nvSpPr>
              <p:spPr>
                <a:xfrm>
                  <a:off x="5495973" y="1820209"/>
                  <a:ext cx="261946" cy="2619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1F52D926-F82F-43E6-09C7-C06240926BE1}"/>
                    </a:ext>
                  </a:extLst>
                </p:cNvPr>
                <p:cNvSpPr txBox="1"/>
                <p:nvPr/>
              </p:nvSpPr>
              <p:spPr>
                <a:xfrm>
                  <a:off x="5492108" y="1861209"/>
                  <a:ext cx="269676" cy="2085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US" altLang="ko-KR" sz="12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3378C8"/>
                      </a:solidFill>
                      <a:latin typeface="+mj-lt"/>
                      <a:ea typeface="세방고딕 Bold" panose="00000800000000000000" pitchFamily="2" charset="-127"/>
                    </a:rPr>
                    <a:t>4</a:t>
                  </a:r>
                </a:p>
              </p:txBody>
            </p: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2E56CAD0-0947-1BF9-F044-9D82701B5483}"/>
                  </a:ext>
                </a:extLst>
              </p:cNvPr>
              <p:cNvSpPr txBox="1"/>
              <p:nvPr/>
            </p:nvSpPr>
            <p:spPr>
              <a:xfrm>
                <a:off x="1007422" y="4691812"/>
                <a:ext cx="106267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410210" fontAlgn="base">
                  <a:spcBef>
                    <a:spcPts val="700"/>
                  </a:spcBef>
                </a:pPr>
                <a:r>
                  <a:rPr lang="ko-KR" altLang="en-US" sz="16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구성내용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B74CBFD-AFCF-89B0-713D-A29A14725DDC}"/>
                </a:ext>
              </a:extLst>
            </p:cNvPr>
            <p:cNvSpPr txBox="1"/>
            <p:nvPr/>
          </p:nvSpPr>
          <p:spPr>
            <a:xfrm>
              <a:off x="2419351" y="4698932"/>
              <a:ext cx="8848348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제공된 목차 항목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/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구성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/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세부내용이 모두 포함되어야 하며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 xml:space="preserve"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페이지별 상세 안내 내용을 참고하여 작성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78C8"/>
                </a:solidFill>
                <a:latin typeface="+mn-ea"/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714EA25-4349-04B6-227F-14752927437C}"/>
              </a:ext>
            </a:extLst>
          </p:cNvPr>
          <p:cNvGrpSpPr/>
          <p:nvPr/>
        </p:nvGrpSpPr>
        <p:grpSpPr>
          <a:xfrm>
            <a:off x="555881" y="5090110"/>
            <a:ext cx="10711818" cy="845049"/>
            <a:chOff x="555881" y="5410169"/>
            <a:chExt cx="10711818" cy="845049"/>
          </a:xfrm>
        </p:grpSpPr>
        <p:pic>
          <p:nvPicPr>
            <p:cNvPr id="128" name="그림 127">
              <a:extLst>
                <a:ext uri="{FF2B5EF4-FFF2-40B4-BE49-F238E27FC236}">
                  <a16:creationId xmlns:a16="http://schemas.microsoft.com/office/drawing/2014/main" id="{E6C0944C-6B4A-649A-F52E-0DC2380C3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5925446"/>
              <a:ext cx="1648614" cy="305931"/>
            </a:xfrm>
            <a:prstGeom prst="rect">
              <a:avLst/>
            </a:prstGeom>
          </p:spPr>
        </p:pic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C6D2C8FF-28D4-D182-1774-8238DD9B86E3}"/>
                </a:ext>
              </a:extLst>
            </p:cNvPr>
            <p:cNvSpPr/>
            <p:nvPr/>
          </p:nvSpPr>
          <p:spPr>
            <a:xfrm>
              <a:off x="626881" y="5434494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A33218E0-A3BB-81A3-CC73-F8BAF589C625}"/>
                </a:ext>
              </a:extLst>
            </p:cNvPr>
            <p:cNvGrpSpPr/>
            <p:nvPr/>
          </p:nvGrpSpPr>
          <p:grpSpPr>
            <a:xfrm>
              <a:off x="723172" y="5561676"/>
              <a:ext cx="238823" cy="231978"/>
              <a:chOff x="5492108" y="1820209"/>
              <a:chExt cx="269676" cy="261946"/>
            </a:xfrm>
          </p:grpSpPr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858CD352-4F65-6C35-CEFF-EA9433C8E51D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205424B-638D-87F5-0B3A-473A4210093E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5</a:t>
                </a:r>
              </a:p>
            </p:txBody>
          </p: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886A9A3-3071-02A4-7B5E-E4E3ED9E98AD}"/>
                </a:ext>
              </a:extLst>
            </p:cNvPr>
            <p:cNvSpPr txBox="1"/>
            <p:nvPr/>
          </p:nvSpPr>
          <p:spPr>
            <a:xfrm>
              <a:off x="1007422" y="5513151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디 자 인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E663AE3-9AE9-210F-42B6-BFA57A295F83}"/>
                </a:ext>
              </a:extLst>
            </p:cNvPr>
            <p:cNvSpPr txBox="1"/>
            <p:nvPr/>
          </p:nvSpPr>
          <p:spPr>
            <a:xfrm>
              <a:off x="2419351" y="5410169"/>
              <a:ext cx="8848348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참고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예시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 xml:space="preserve">)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디자인이므로 자유롭게 변경 가능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 xml:space="preserve"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 xml:space="preserve">기본폰트를 사용하지 않은 경우 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PDF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로 저장하여 제출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0ED1B30-E7C1-21BF-02E8-504CED4B5E33}"/>
                </a:ext>
              </a:extLst>
            </p:cNvPr>
            <p:cNvSpPr txBox="1"/>
            <p:nvPr/>
          </p:nvSpPr>
          <p:spPr>
            <a:xfrm>
              <a:off x="2979134" y="5730109"/>
              <a:ext cx="7409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프로젝트 결과물의 우수성 및 완성도를 잘 나타낼 수 있는 형태로 작성</a:t>
              </a:r>
              <a:endPara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34" name="자유형: 도형 133">
              <a:extLst>
                <a:ext uri="{FF2B5EF4-FFF2-40B4-BE49-F238E27FC236}">
                  <a16:creationId xmlns:a16="http://schemas.microsoft.com/office/drawing/2014/main" id="{AC705F14-C0AF-6F3A-3A70-BC2CDAF6D854}"/>
                </a:ext>
              </a:extLst>
            </p:cNvPr>
            <p:cNvSpPr/>
            <p:nvPr/>
          </p:nvSpPr>
          <p:spPr>
            <a:xfrm>
              <a:off x="2802691" y="580167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05729245-FB8A-8D13-9D3D-205BD3D7A7C0}"/>
                </a:ext>
              </a:extLst>
            </p:cNvPr>
            <p:cNvSpPr txBox="1"/>
            <p:nvPr/>
          </p:nvSpPr>
          <p:spPr>
            <a:xfrm>
              <a:off x="2979134" y="5978219"/>
              <a:ext cx="7409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저작권 문제로 유료 폰트는 사용 금지</a:t>
              </a:r>
            </a:p>
          </p:txBody>
        </p:sp>
        <p:sp>
          <p:nvSpPr>
            <p:cNvPr id="136" name="자유형: 도형 135">
              <a:extLst>
                <a:ext uri="{FF2B5EF4-FFF2-40B4-BE49-F238E27FC236}">
                  <a16:creationId xmlns:a16="http://schemas.microsoft.com/office/drawing/2014/main" id="{9D805BEB-E360-8D72-2F27-E3284789514A}"/>
                </a:ext>
              </a:extLst>
            </p:cNvPr>
            <p:cNvSpPr/>
            <p:nvPr/>
          </p:nvSpPr>
          <p:spPr>
            <a:xfrm>
              <a:off x="2802691" y="604978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pic>
        <p:nvPicPr>
          <p:cNvPr id="139" name="그래픽 138">
            <a:extLst>
              <a:ext uri="{FF2B5EF4-FFF2-40B4-BE49-F238E27FC236}">
                <a16:creationId xmlns:a16="http://schemas.microsoft.com/office/drawing/2014/main" id="{E5E8A66C-FD69-4A07-BAC1-67D5B50755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99" y="6146170"/>
            <a:ext cx="516028" cy="724897"/>
          </a:xfrm>
          <a:prstGeom prst="rect">
            <a:avLst/>
          </a:prstGeom>
        </p:spPr>
      </p:pic>
      <p:pic>
        <p:nvPicPr>
          <p:cNvPr id="140" name="그래픽 139">
            <a:extLst>
              <a:ext uri="{FF2B5EF4-FFF2-40B4-BE49-F238E27FC236}">
                <a16:creationId xmlns:a16="http://schemas.microsoft.com/office/drawing/2014/main" id="{784CF9DC-6F05-EF5B-B873-2894311E99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0953181">
            <a:off x="50218" y="5743137"/>
            <a:ext cx="342900" cy="428625"/>
          </a:xfrm>
          <a:prstGeom prst="rect">
            <a:avLst/>
          </a:prstGeom>
        </p:spPr>
      </p:pic>
      <p:sp>
        <p:nvSpPr>
          <p:cNvPr id="73" name="TextBox 5">
            <a:extLst>
              <a:ext uri="{FF2B5EF4-FFF2-40B4-BE49-F238E27FC236}">
                <a16:creationId xmlns:a16="http://schemas.microsoft.com/office/drawing/2014/main" id="{F827ABC8-3156-4505-8791-135D60E6E703}"/>
              </a:ext>
            </a:extLst>
          </p:cNvPr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제출 시 본 페이지는 삭제 후 제출하세요</a:t>
            </a:r>
          </a:p>
        </p:txBody>
      </p:sp>
    </p:spTree>
    <p:extLst>
      <p:ext uri="{BB962C8B-B14F-4D97-AF65-F5344CB8AC3E}">
        <p14:creationId xmlns:p14="http://schemas.microsoft.com/office/powerpoint/2010/main" val="3618524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프로그래머스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생성형 AI 활용 백엔드 개발 5기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옷장난감</a:t>
              </a:r>
              <a:b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개인 디지털 옷장 기반 의류 및 코디 추천 서비스</a:t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4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TEAM 4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 xml:space="preserve">   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우주 최강 공룡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 xml:space="preserve"> 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팀명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류태우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 xml:space="preserve"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이석민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 xml:space="preserve"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김세준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 xml:space="preserve"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최준영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 xml:space="preserve"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홍가현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5ADEEF-A1EB-4A5E-B31D-2DD09939039D}"/>
                </a:ext>
              </a:extLst>
            </p:cNvPr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 xml:space="preserve">]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-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 rot="0">
            <a:off x="6242110" y="2376079"/>
            <a:ext cx="4444751" cy="574766"/>
            <a:chOff x="6242110" y="2376079"/>
            <a:chExt cx="4444751" cy="574766"/>
          </a:xfrm>
        </p:grpSpPr>
        <p:sp>
          <p:nvSpPr>
            <p:cNvPr id="17" name="TextBox 16"/>
            <p:cNvSpPr txBox="1"/>
            <p:nvPr/>
          </p:nvSpPr>
          <p:spPr>
            <a:xfrm>
              <a:off x="7013793" y="2514579"/>
              <a:ext cx="3673068" cy="295296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lvl="0" eaLnBrk="1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/>
                  <a:ea typeface="맑은 고딕"/>
                </a:rPr>
                <a:t>프로젝트 개요</a:t>
              </a:r>
              <a:endParaRPr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242110" y="2376079"/>
              <a:ext cx="898006" cy="5747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3200" b="1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/>
                  <a:ea typeface="세방고딕 Bold"/>
                </a:rPr>
                <a:t>01</a:t>
              </a:r>
              <a:endParaRPr lang="ko-KR" altLang="en-US" sz="3200">
                <a:solidFill>
                  <a:srgbClr val="3378c8">
                    <a:alpha val="50000"/>
                  </a:srgbClr>
                </a:solidFill>
                <a:latin typeface="세방고딕 Bold"/>
                <a:ea typeface="세방고딕 Bold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C425D4-6E83-E94D-6C6B-194A0473AC84}"/>
              </a:ext>
            </a:extLst>
          </p:cNvPr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FF09DF-8F34-A520-554E-5E8D5B8B64FC}"/>
                </a:ext>
              </a:extLst>
            </p:cNvPr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31F813-66E5-6D7E-A2E8-9D595F7C4B3C}"/>
                </a:ext>
              </a:extLst>
            </p:cNvPr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래픽 16">
            <a:extLst>
              <a:ext uri="{FF2B5EF4-FFF2-40B4-BE49-F238E27FC236}">
                <a16:creationId xmlns:a16="http://schemas.microsoft.com/office/drawing/2014/main" id="{5D7D92DC-AA5F-DB8A-4577-CE6DDC763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18F8096-D17C-15A7-34ED-DD08BC50AA49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68CD54-D633-5776-71CD-FD7897E3EC30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 xml:space="preserve">아래 내용이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반드시 포함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되도록 작성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 xml:space="preserve">.  </a:t>
              </a:r>
            </a:p>
          </p:txBody>
        </p:sp>
        <p:sp>
          <p:nvSpPr>
            <p:cNvPr id="30" name="그래픽 43">
              <a:extLst>
                <a:ext uri="{FF2B5EF4-FFF2-40B4-BE49-F238E27FC236}">
                  <a16:creationId xmlns:a16="http://schemas.microsoft.com/office/drawing/2014/main" id="{3A85AD0A-F31C-CE36-E2E5-7C20DEA387EC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및 선정 배경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 xml:space="preserve">, 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옷은 가득하지만 '입을 옷이 없다'는 고민, 비슷한 옷 반복 구매, 흩어진 관심 상품 관리의 어려움을 해결하기 위해 개인 디지털 옷장 기반 패션 추천 서비스를 기획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 xml:space="preserve"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실제 옷장 데이터 기반 개인화 추천 / AI(Gemini) 의류 자동 분석 / 보유·미보유 옷 통합 관리 / 추천 피드백 반영 스타일 점수 시스템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54374" y="2373418"/>
            <a:ext cx="2124575" cy="3803725"/>
            <a:chOff x="5064272" y="2373418"/>
            <a:chExt cx="212457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7557944" y="4453027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FE: React+TypeScript / BE: Spring Boot+JPA / DB: MySQL+Redis / Infra: AWS EC2·RDS·S3 / External: Gemini·Naver·날씨 API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소셜 로그인(카카오·구글·네이버), 디지털 옷장, 사진·구매내역 기반 옷 등록, OOTD/유사상품/AI MD 추천, 코디북, 룩피드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활용방안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코디 고민 시간 감소, 중복 구매 방지, 개인 맞춤 패션 추천으로 옷장 활용도 향상, 커머스·멤버십·중고거래 플랫폼으로 확장 가능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 xml:space="preserve">해당 프로젝트를 진행하면서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 별로 주도적으로 참여한 부분을 중심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42980"/>
              </p:ext>
            </p:extLst>
          </p:nvPr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류태우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프로젝트 리드, 시스템 설계, 추천 API 개발</a:t>
                      </a: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이석민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  <a:endParaRPr lang="en-US" altLang="ko-KR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소셜 로그인, 인증/인가, 옷장 관리 API</a:t>
                      </a: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김세준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옷 등록, AI 연동(Gemini), 외부 API 통합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최준영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코디북, 룩피드, FE/BE 통합 테스트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홍가현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DB 설계, ERD, 배포 인프라(AWS/Docker)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 xml:space="preserve"> 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모바일 서비스 테스팅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53" name="그래픽 152">
              <a:extLst>
                <a:ext uri="{FF2B5EF4-FFF2-40B4-BE49-F238E27FC236}">
                  <a16:creationId xmlns:a16="http://schemas.microsoft.com/office/drawing/2014/main" id="{174C7E6C-425A-20A4-A214-6EC75734B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</p:spPr>
        </p:pic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227B33D-FA37-7FD5-4D04-ACA8DC6D3ADC}"/>
              </a:ext>
            </a:extLst>
          </p:cNvPr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 플랫폼 구현</a:t>
            </a:r>
            <a:endParaRPr lang="en-US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 xml:space="preserve"> 서비스 시스템 설계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868BBF98-12BA-9238-1643-BF7C1BA2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텍스트 마이닝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외부 데이터 수집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선정 피드백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 xml:space="preserve">,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 질의응답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 xml:space="preserve">프로젝트의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사전 기획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 xml:space="preserve">과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 xml:space="preserve">수행 내용과 결과물을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단계별로 기술한다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 xml:space="preserve"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F776B-9A28-263D-E9C4-5AC5D2B67486}"/>
              </a:ext>
            </a:extLst>
          </p:cNvPr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 xml:space="preserve"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 xml:space="preserve"> 제시하거나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 xml:space="preserve"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 xml:space="preserve">더 효과적으로 전달하는 방법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 xml:space="preserve">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수정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 xml:space="preserve">하여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작성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 xml:space="preserve">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 xml:space="preserve">기획 단계에서 도출된 주제와 아이디어를 기반으로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실제 프로젝트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 xml:space="preserve"> 수행한 세부적인 기간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 xml:space="preserve"> 활동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내용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977973"/>
              </p:ext>
            </p:extLst>
          </p:nvPr>
        </p:nvGraphicFramePr>
        <p:xfrm>
          <a:off x="524528" y="2832100"/>
          <a:ext cx="11218265" cy="355600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기획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05/19(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05/25(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기획서 작성, WBS, ERD, 와이어프레임</a:t>
                      </a: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개발 환경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05/26(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05/31(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토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FE/BE 초기 세팅, DB 연결, Git 규칙, API 초안</a:t>
                      </a: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1차 핵심 기능 개발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06/01(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06/08(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소셜 로그인, 온보딩, 옷장 등록/조회</a:t>
                      </a: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추천/저장 기능 개발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06/09(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06/16(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추천 API, 미보유 옷 저장, FE/BE 통합, 배포</a:t>
                      </a: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마감 및 QA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06/17(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06/20(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토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테스트, 오류 수정, 배포 안정화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05/19(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06/26(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 xml:space="preserve">총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최종 정리, 발표자료, 시연 영상, 최종 발표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프로젝트 기획 및 주제 선정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아키텍처 설계 및 ERD 작성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API 설계 및 개발 환경 구축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716293" cy="326913"/>
            <a:chOff x="7383738" y="3841157"/>
            <a:chExt cx="1716293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716293" cy="326913"/>
              <a:chOff x="4665552" y="3307757"/>
              <a:chExt cx="1716293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36318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핵심 기능 개발</a:t>
                </a: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/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/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소셜 로그인·옷장·추천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FE/BE 통합 및 배포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기능 QA 및 오류 수정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최종 발표 준비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+mj-ea"/>
                  <a:ea typeface="+mj-ea"/>
                </a:rPr>
                <a:t>프로젝트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 xml:space="preserve"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주요 기능과 구현 결과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를 단계별로 정리합니다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 xml:space="preserve"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구현 기능별 핵심 내용과 기술 구현 방법을 상세히 기술합니다.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/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+mj-ea"/>
                <a:ea typeface="+mj-ea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프로젝트</a:t>
            </a: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615" y="3661000"/>
            <a:ext cx="9211099" cy="673099"/>
            <a:chOff x="2665127" y="3661000"/>
            <a:chExt cx="9211099" cy="6730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OOTD·유사상품·AI MD 추천, Gemini·날씨 API 연동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코디북 저장·관리, 룩피드, 좋아요·댓글·팔로우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/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/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/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/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/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/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/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/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/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/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615" y="2724078"/>
            <a:ext cx="9095030" cy="673099"/>
            <a:chOff x="2665127" y="2724078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소셜 로그인, 온보딩, 디지털 옷장, 옷 등록(사진·구매내역)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예시</a:t>
              </a:r>
              <a:endPara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615" y="5534844"/>
            <a:ext cx="9095030" cy="673099"/>
            <a:chOff x="2665127" y="5534844"/>
            <a:chExt cx="9095030" cy="67309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 xml:space="preserve">프로젝트 수행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결과물을 잘 드러낼 수 있는 자료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 xml:space="preserve">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 xml:space="preserve"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 xml:space="preserve"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 xml:space="preserve">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57705" y="4277173"/>
              <a:ext cx="142074" cy="142074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소셜 로그인 · 온보딩 · 옷 등록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 xml:space="preserve"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①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 xml:space="preserve"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소셜 로그인 &amp; 온보딩 &amp; 옷 등록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9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소셜 로그인: 카카오·구글·네이버 OAuth2 + JWT 발급/재발급, Redis Refresh Token 저장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온보딩: 최초 로그인 시 닉네임·생년월일·성별·지역·선호 스타일 입력, 단일 옷장·코디북 자동 생성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옷 등록 ①: 구매내역 캡처 이미지 업로드 → Gemini API로 상품명·이미지·옵션 추출 → 확인 후 저장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옷 등록 ②: 옷 사진 업로드 → Gemini API로 카테고리·색상·스타일 자동 판별 → 편집 후 저장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BBB05C6D-B97A-4461-AB21-36F1A11EE486}"/>
              </a:ext>
            </a:extLst>
          </p:cNvPr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Gemini 1.5 Flash API / Spring Boot 3.5 + Multipart / S3 이미지 저장</a:t>
            </a:r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id="{CF7A9261-D168-451B-8DCF-4D83C1C96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60" y="3741700"/>
            <a:ext cx="4110349" cy="2476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6D404287-8078-4842-B0B0-2FE3782BD0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8159" y="3767684"/>
            <a:ext cx="2045691" cy="2318448"/>
          </a:xfrm>
          <a:prstGeom prst="rect">
            <a:avLst/>
          </a:prstGeom>
        </p:spPr>
      </p:pic>
      <p:pic>
        <p:nvPicPr>
          <p:cNvPr id="59" name="Picture 2">
            <a:extLst>
              <a:ext uri="{FF2B5EF4-FFF2-40B4-BE49-F238E27FC236}">
                <a16:creationId xmlns:a16="http://schemas.microsoft.com/office/drawing/2014/main" id="{913155D6-82A4-4267-9537-3BFA351FF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226" y="3747151"/>
            <a:ext cx="2128143" cy="1252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CB52E87-B98A-4160-86DD-213E8BA571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0014" y="4560935"/>
            <a:ext cx="1816710" cy="200712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45D3DA0-7C02-4741-82BA-4B5B4BF9E0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84533" y="4182580"/>
            <a:ext cx="2173901" cy="163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solidFill>
                    <a:schemeClr val="tx2">
                      <a:lumMod val="75000"/>
                    </a:schemeClr>
                  </a:solidFill>
                  <a:latin typeface="+mn-ea"/>
                </a:rPr>
                <a:t>디지털 옷장 관리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 xml:space="preserve"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②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 xml:space="preserve"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디지털 옷장 관리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5" name="TextBox 1">
            <a:extLst>
              <a:ext uri="{FF2B5EF4-FFF2-40B4-BE49-F238E27FC236}">
                <a16:creationId xmlns:a16="http://schemas.microsoft.com/office/drawing/2014/main" id="{31AB7C40-6529-4100-A8D7-847A66DFB74A}"/>
              </a:ext>
            </a:extLst>
          </p:cNvPr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사용자별 단일 디지털 옷장에서 보유 옷과 미보유(관심) 옷을 통합 관리합니다. 보유·미보유 구분, 즐겨찾기, 카테고리/색상/스타일 필터, 옷장 통계를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2366273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개인화 추천 시스템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 xml:space="preserve"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③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 xml:space="preserve"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개인화 추천 시스템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2" name="TextBox 1">
            <a:extLst>
              <a:ext uri="{FF2B5EF4-FFF2-40B4-BE49-F238E27FC236}">
                <a16:creationId xmlns:a16="http://schemas.microsoft.com/office/drawing/2014/main" id="{003AD388-3AE0-46FA-BDB3-497A6FB3E7CB}"/>
              </a:ext>
            </a:extLst>
          </p:cNvPr>
          <p:cNvSpPr txBox="1"/>
          <p:nvPr/>
        </p:nvSpPr>
        <p:spPr>
          <a:xfrm>
            <a:off x="803412" y="2069208"/>
            <a:ext cx="3855655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추천 유형: OOTD, 스타일 기반, 유사 상품, 어울리는 옷, AI MD 추천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OOTD 추천: 사용자 옷장 + 날씨 API(기상청) 기반 오늘의 코디 추천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AI MD 추천: Gemini API가 TPO/드레스코드 기반 스타일링 설명 생성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추천 피드백: 저장/싫어요 피드백으로 스타일 점수 업데이트 → 개인화 강화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Naver Shopping API: 유사 상품 및 어울리는 옷 외부 상품 검색 연동</a:t>
            </a:r>
          </a:p>
        </p:txBody>
      </p:sp>
    </p:spTree>
    <p:extLst>
      <p:ext uri="{BB962C8B-B14F-4D97-AF65-F5344CB8AC3E}">
        <p14:creationId xmlns:p14="http://schemas.microsoft.com/office/powerpoint/2010/main" val="2535324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코디북 · 룩피드 · 시스템 아키텍처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 xml:space="preserve"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④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 xml:space="preserve"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코디북 · 룩피드 · 시스템 아키텍처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6" name="TextBox 20">
            <a:extLst>
              <a:ext uri="{FF2B5EF4-FFF2-40B4-BE49-F238E27FC236}">
                <a16:creationId xmlns:a16="http://schemas.microsoft.com/office/drawing/2014/main" id="{248D3890-72E2-45B1-AACB-04DA448EE1C7}"/>
              </a:ext>
            </a:extLst>
          </p:cNvPr>
          <p:cNvSpPr txBox="1"/>
          <p:nvPr/>
        </p:nvSpPr>
        <p:spPr>
          <a:xfrm>
            <a:off x="908074" y="2158433"/>
            <a:ext cx="47356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코디북: 추천·직접 구성 코디 저장, 코디 수정(복제 방식), 코디 삭제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룩피드: 코디 기반 게시글, 좋아요·댓글·대댓글·저장·팔로우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시스템 구성: React SPA → Spring Boot REST API → MySQL(JPA) + Redis + S3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배포: AWS EC2 + RDS + Docker Compose + GitHub Actions CI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인증: OAuth2 소셜 로그인 → JWT Access/Refresh Token → Redis 저장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API 문서: SpringDoc OpenAPI / Swagger UI (http://[서버]/swagger-ui.html)</a:t>
            </a:r>
          </a:p>
        </p:txBody>
      </p:sp>
    </p:spTree>
    <p:extLst>
      <p:ext uri="{BB962C8B-B14F-4D97-AF65-F5344CB8AC3E}">
        <p14:creationId xmlns:p14="http://schemas.microsoft.com/office/powerpoint/2010/main" val="1323732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서비스 핵심 기능(소셜 로그인, 옷장 등록, AI 추천, 코디북) 동작 화면을 시연하는 영상입니다.</a:t>
              </a:r>
              <a:endPara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 xml:space="preserve"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⑤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 xml:space="preserve"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시연 동영상</a:t>
            </a: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15E6CC2-791D-CE03-4E5D-FC4D5DA0D776}"/>
              </a:ext>
            </a:extLst>
          </p:cNvPr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099E05E-02C6-A81E-C474-FDA5B9889330}"/>
                </a:ext>
              </a:extLst>
            </p:cNvPr>
            <p:cNvSpPr/>
            <p:nvPr/>
          </p:nvSpPr>
          <p:spPr>
            <a:xfrm>
              <a:off x="541890" y="2074230"/>
              <a:ext cx="11218265" cy="4263070"/>
            </a:xfrm>
            <a:custGeom>
              <a:avLst/>
              <a:gdLst>
                <a:gd name="connsiteX0" fmla="*/ 0 w 7434265"/>
                <a:gd name="connsiteY0" fmla="*/ 0 h 4167182"/>
                <a:gd name="connsiteX1" fmla="*/ 7434265 w 7434265"/>
                <a:gd name="connsiteY1" fmla="*/ 0 h 4167182"/>
                <a:gd name="connsiteX2" fmla="*/ 7434265 w 7434265"/>
                <a:gd name="connsiteY2" fmla="*/ 4167182 h 4167182"/>
                <a:gd name="connsiteX3" fmla="*/ 0 w 7434265"/>
                <a:gd name="connsiteY3" fmla="*/ 4167182 h 416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4265" h="4167182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 w="1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7C6B04FF-38A0-FA54-0A62-02F17334FC33}"/>
                </a:ext>
              </a:extLst>
            </p:cNvPr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473385F2-CC16-2514-41B1-037A4AA4215A}"/>
                  </a:ext>
                </a:extLst>
              </p:cNvPr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avLst/>
                <a:gdLst>
                  <a:gd name="connsiteX0" fmla="*/ 419806 w 419805"/>
                  <a:gd name="connsiteY0" fmla="*/ 244148 h 488280"/>
                  <a:gd name="connsiteX1" fmla="*/ 209910 w 419805"/>
                  <a:gd name="connsiteY1" fmla="*/ 366214 h 488280"/>
                  <a:gd name="connsiteX2" fmla="*/ 0 w 419805"/>
                  <a:gd name="connsiteY2" fmla="*/ 488281 h 488280"/>
                  <a:gd name="connsiteX3" fmla="*/ 0 w 419805"/>
                  <a:gd name="connsiteY3" fmla="*/ 244148 h 488280"/>
                  <a:gd name="connsiteX4" fmla="*/ 0 w 419805"/>
                  <a:gd name="connsiteY4" fmla="*/ 0 h 488280"/>
                  <a:gd name="connsiteX5" fmla="*/ 209910 w 419805"/>
                  <a:gd name="connsiteY5" fmla="*/ 122082 h 488280"/>
                  <a:gd name="connsiteX6" fmla="*/ 419806 w 419805"/>
                  <a:gd name="connsiteY6" fmla="*/ 244148 h 4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805" h="488280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1EFE39BE-5010-C39D-B415-B1AFB69E9079}"/>
                  </a:ext>
                </a:extLst>
              </p:cNvPr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avLst/>
                <a:gdLst>
                  <a:gd name="connsiteX0" fmla="*/ 606722 w 1213444"/>
                  <a:gd name="connsiteY0" fmla="*/ 0 h 1213444"/>
                  <a:gd name="connsiteX1" fmla="*/ 0 w 1213444"/>
                  <a:gd name="connsiteY1" fmla="*/ 606722 h 1213444"/>
                  <a:gd name="connsiteX2" fmla="*/ 606722 w 1213444"/>
                  <a:gd name="connsiteY2" fmla="*/ 1213444 h 1213444"/>
                  <a:gd name="connsiteX3" fmla="*/ 1213444 w 1213444"/>
                  <a:gd name="connsiteY3" fmla="*/ 606722 h 1213444"/>
                  <a:gd name="connsiteX4" fmla="*/ 606722 w 1213444"/>
                  <a:gd name="connsiteY4" fmla="*/ 0 h 1213444"/>
                  <a:gd name="connsiteX5" fmla="*/ 606722 w 1213444"/>
                  <a:gd name="connsiteY5" fmla="*/ 1094358 h 1213444"/>
                  <a:gd name="connsiteX6" fmla="*/ 119086 w 1213444"/>
                  <a:gd name="connsiteY6" fmla="*/ 606722 h 1213444"/>
                  <a:gd name="connsiteX7" fmla="*/ 606722 w 1213444"/>
                  <a:gd name="connsiteY7" fmla="*/ 119087 h 1213444"/>
                  <a:gd name="connsiteX8" fmla="*/ 1094358 w 1213444"/>
                  <a:gd name="connsiteY8" fmla="*/ 606722 h 1213444"/>
                  <a:gd name="connsiteX9" fmla="*/ 606722 w 1213444"/>
                  <a:gd name="connsiteY9" fmla="*/ 1094358 h 121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3444" h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BE25631C-B436-3CDF-7A2A-777DBC8FFC7F}"/>
                </a:ext>
              </a:extLst>
            </p:cNvPr>
            <p:cNvGrpSpPr/>
            <p:nvPr/>
          </p:nvGrpSpPr>
          <p:grpSpPr>
            <a:xfrm>
              <a:off x="912084" y="5964402"/>
              <a:ext cx="8282389" cy="165888"/>
              <a:chOff x="912084" y="5964402"/>
              <a:chExt cx="8282389" cy="165888"/>
            </a:xfrm>
          </p:grpSpPr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3D11E406-899F-EBB4-2AF3-BB210A560A50}"/>
                  </a:ext>
                </a:extLst>
              </p:cNvPr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avLst/>
                <a:gdLst>
                  <a:gd name="connsiteX0" fmla="*/ 128994 w 128993"/>
                  <a:gd name="connsiteY0" fmla="*/ 76386 h 152771"/>
                  <a:gd name="connsiteX1" fmla="*/ 64497 w 128993"/>
                  <a:gd name="connsiteY1" fmla="*/ 114571 h 152771"/>
                  <a:gd name="connsiteX2" fmla="*/ 0 w 128993"/>
                  <a:gd name="connsiteY2" fmla="*/ 152771 h 152771"/>
                  <a:gd name="connsiteX3" fmla="*/ 0 w 128993"/>
                  <a:gd name="connsiteY3" fmla="*/ 76386 h 152771"/>
                  <a:gd name="connsiteX4" fmla="*/ 0 w 128993"/>
                  <a:gd name="connsiteY4" fmla="*/ 0 h 152771"/>
                  <a:gd name="connsiteX5" fmla="*/ 64497 w 128993"/>
                  <a:gd name="connsiteY5" fmla="*/ 38201 h 152771"/>
                  <a:gd name="connsiteX6" fmla="*/ 128994 w 128993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93" h="152771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1153FE47-3E3E-EA0F-7116-2E6EEA8C9D12}"/>
                  </a:ext>
                </a:extLst>
              </p:cNvPr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avLst/>
                <a:gdLst>
                  <a:gd name="connsiteX0" fmla="*/ 130944 w 130944"/>
                  <a:gd name="connsiteY0" fmla="*/ 76386 h 152771"/>
                  <a:gd name="connsiteX1" fmla="*/ 65480 w 130944"/>
                  <a:gd name="connsiteY1" fmla="*/ 114571 h 152771"/>
                  <a:gd name="connsiteX2" fmla="*/ 0 w 130944"/>
                  <a:gd name="connsiteY2" fmla="*/ 152771 h 152771"/>
                  <a:gd name="connsiteX3" fmla="*/ 0 w 130944"/>
                  <a:gd name="connsiteY3" fmla="*/ 76386 h 152771"/>
                  <a:gd name="connsiteX4" fmla="*/ 0 w 130944"/>
                  <a:gd name="connsiteY4" fmla="*/ 0 h 152771"/>
                  <a:gd name="connsiteX5" fmla="*/ 65480 w 130944"/>
                  <a:gd name="connsiteY5" fmla="*/ 38201 h 152771"/>
                  <a:gd name="connsiteX6" fmla="*/ 130944 w 130944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944" h="152771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0D05CE19-A948-B11A-E22E-BD06860C1CFB}"/>
                  </a:ext>
                </a:extLst>
              </p:cNvPr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avLst/>
                <a:gdLst>
                  <a:gd name="connsiteX0" fmla="*/ 0 w 27648"/>
                  <a:gd name="connsiteY0" fmla="*/ 0 h 165888"/>
                  <a:gd name="connsiteX1" fmla="*/ 27648 w 27648"/>
                  <a:gd name="connsiteY1" fmla="*/ 0 h 165888"/>
                  <a:gd name="connsiteX2" fmla="*/ 27648 w 27648"/>
                  <a:gd name="connsiteY2" fmla="*/ 165889 h 165888"/>
                  <a:gd name="connsiteX3" fmla="*/ 0 w 27648"/>
                  <a:gd name="connsiteY3" fmla="*/ 165889 h 16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48" h="16588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0C76B84F-157A-C856-0A4E-341D2B3D7D61}"/>
                  </a:ext>
                </a:extLst>
              </p:cNvPr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avLst/>
                <a:gdLst>
                  <a:gd name="connsiteX0" fmla="*/ 0 w 446977"/>
                  <a:gd name="connsiteY0" fmla="*/ 0 h 35328"/>
                  <a:gd name="connsiteX1" fmla="*/ 446978 w 446977"/>
                  <a:gd name="connsiteY1" fmla="*/ 0 h 35328"/>
                  <a:gd name="connsiteX2" fmla="*/ 446978 w 446977"/>
                  <a:gd name="connsiteY2" fmla="*/ 35328 h 35328"/>
                  <a:gd name="connsiteX3" fmla="*/ 0 w 446977"/>
                  <a:gd name="connsiteY3" fmla="*/ 35328 h 35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6977" h="35328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D0AF9004-B8E3-38F2-1B8C-048B4B9C2A0B}"/>
                  </a:ext>
                </a:extLst>
              </p:cNvPr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id="{C7A9F584-AF98-050E-B6FA-1515DDFD0050}"/>
                    </a:ext>
                  </a:extLst>
                </p:cNvPr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avLst/>
                  <a:gdLst>
                    <a:gd name="connsiteX0" fmla="*/ 0 w 3012106"/>
                    <a:gd name="connsiteY0" fmla="*/ 0 h 35328"/>
                    <a:gd name="connsiteX1" fmla="*/ 3012106 w 3012106"/>
                    <a:gd name="connsiteY1" fmla="*/ 0 h 35328"/>
                    <a:gd name="connsiteX2" fmla="*/ 3012106 w 3012106"/>
                    <a:gd name="connsiteY2" fmla="*/ 35328 h 35328"/>
                    <a:gd name="connsiteX3" fmla="*/ 0 w 3012106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12106" h="35328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" name="자유형: 도형 31">
                  <a:extLst>
                    <a:ext uri="{FF2B5EF4-FFF2-40B4-BE49-F238E27FC236}">
                      <a16:creationId xmlns:a16="http://schemas.microsoft.com/office/drawing/2014/main" id="{D750F111-1A77-70A6-ACBB-AD340CA930FE}"/>
                    </a:ext>
                  </a:extLst>
                </p:cNvPr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avLst/>
                  <a:gdLst>
                    <a:gd name="connsiteX0" fmla="*/ 0 w 476161"/>
                    <a:gd name="connsiteY0" fmla="*/ 0 h 35328"/>
                    <a:gd name="connsiteX1" fmla="*/ 476162 w 476161"/>
                    <a:gd name="connsiteY1" fmla="*/ 0 h 35328"/>
                    <a:gd name="connsiteX2" fmla="*/ 476162 w 476161"/>
                    <a:gd name="connsiteY2" fmla="*/ 35328 h 35328"/>
                    <a:gd name="connsiteX3" fmla="*/ 0 w 476161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161" h="35328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05961D4-E04B-A933-7DA1-BD5BC5283652}"/>
                  </a:ext>
                </a:extLst>
              </p:cNvPr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avLst/>
                <a:gdLst>
                  <a:gd name="connsiteX0" fmla="*/ 79381 w 79380"/>
                  <a:gd name="connsiteY0" fmla="*/ 39691 h 79381"/>
                  <a:gd name="connsiteX1" fmla="*/ 39690 w 79380"/>
                  <a:gd name="connsiteY1" fmla="*/ 79381 h 79381"/>
                  <a:gd name="connsiteX2" fmla="*/ 0 w 79380"/>
                  <a:gd name="connsiteY2" fmla="*/ 39691 h 79381"/>
                  <a:gd name="connsiteX3" fmla="*/ 39690 w 79380"/>
                  <a:gd name="connsiteY3" fmla="*/ 0 h 79381"/>
                  <a:gd name="connsiteX4" fmla="*/ 79381 w 79380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0" h="79381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8" name="그래픽 18">
                <a:extLst>
                  <a:ext uri="{FF2B5EF4-FFF2-40B4-BE49-F238E27FC236}">
                    <a16:creationId xmlns:a16="http://schemas.microsoft.com/office/drawing/2014/main" id="{BF05BA35-6313-532D-3FC8-2A7D4892FED7}"/>
                  </a:ext>
                </a:extLst>
              </p:cNvPr>
              <p:cNvGrpSpPr/>
              <p:nvPr/>
            </p:nvGrpSpPr>
            <p:grpSpPr>
              <a:xfrm>
                <a:off x="8547047" y="5992327"/>
                <a:ext cx="647426" cy="101806"/>
                <a:chOff x="5477907" y="5945239"/>
                <a:chExt cx="647426" cy="101806"/>
              </a:xfrm>
              <a:solidFill>
                <a:srgbClr val="FFFFFF"/>
              </a:solidFill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0CE6A38B-96EE-222B-25E0-6CACA035E03F}"/>
                    </a:ext>
                  </a:extLst>
                </p:cNvPr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8C021E82-C812-6AF2-60C6-D72FAD945CB4}"/>
                    </a:ext>
                  </a:extLst>
                </p:cNvPr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id="{85E7CECF-CCBA-8475-F082-44280EE02975}"/>
                    </a:ext>
                  </a:extLst>
                </p:cNvPr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avLst/>
                  <a:gdLst>
                    <a:gd name="connsiteX0" fmla="*/ 18524 w 30474"/>
                    <a:gd name="connsiteY0" fmla="*/ 11505 h 91269"/>
                    <a:gd name="connsiteX1" fmla="*/ 18248 w 30474"/>
                    <a:gd name="connsiteY1" fmla="*/ 11505 h 91269"/>
                    <a:gd name="connsiteX2" fmla="*/ 2381 w 30474"/>
                    <a:gd name="connsiteY2" fmla="*/ 20076 h 91269"/>
                    <a:gd name="connsiteX3" fmla="*/ 0 w 30474"/>
                    <a:gd name="connsiteY3" fmla="*/ 10676 h 91269"/>
                    <a:gd name="connsiteX4" fmla="*/ 19937 w 30474"/>
                    <a:gd name="connsiteY4" fmla="*/ 0 h 91269"/>
                    <a:gd name="connsiteX5" fmla="*/ 30474 w 30474"/>
                    <a:gd name="connsiteY5" fmla="*/ 0 h 91269"/>
                    <a:gd name="connsiteX6" fmla="*/ 30474 w 30474"/>
                    <a:gd name="connsiteY6" fmla="*/ 91270 h 91269"/>
                    <a:gd name="connsiteX7" fmla="*/ 18540 w 30474"/>
                    <a:gd name="connsiteY7" fmla="*/ 91270 h 91269"/>
                    <a:gd name="connsiteX8" fmla="*/ 18540 w 30474"/>
                    <a:gd name="connsiteY8" fmla="*/ 11520 h 9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474" h="91269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id="{E73478F4-7F4F-AE31-209C-A8DCF092B7E9}"/>
                    </a:ext>
                  </a:extLst>
                </p:cNvPr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id="{4E5BAE43-B4F1-2428-DFC8-C082E5D4491E}"/>
                    </a:ext>
                  </a:extLst>
                </p:cNvPr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avLst/>
                  <a:gdLst>
                    <a:gd name="connsiteX0" fmla="*/ 0 w 48722"/>
                    <a:gd name="connsiteY0" fmla="*/ 101806 h 101806"/>
                    <a:gd name="connsiteX1" fmla="*/ 39168 w 48722"/>
                    <a:gd name="connsiteY1" fmla="*/ 0 h 101806"/>
                    <a:gd name="connsiteX2" fmla="*/ 48722 w 48722"/>
                    <a:gd name="connsiteY2" fmla="*/ 0 h 101806"/>
                    <a:gd name="connsiteX3" fmla="*/ 9401 w 48722"/>
                    <a:gd name="connsiteY3" fmla="*/ 101806 h 101806"/>
                    <a:gd name="connsiteX4" fmla="*/ 0 w 48722"/>
                    <a:gd name="connsiteY4" fmla="*/ 101806 h 10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22" h="101806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4" name="자유형: 도형 83">
                  <a:extLst>
                    <a:ext uri="{FF2B5EF4-FFF2-40B4-BE49-F238E27FC236}">
                      <a16:creationId xmlns:a16="http://schemas.microsoft.com/office/drawing/2014/main" id="{6CFEA4C4-F492-0879-CBCC-0B5928AE11C5}"/>
                    </a:ext>
                  </a:extLst>
                </p:cNvPr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avLst/>
                  <a:gdLst>
                    <a:gd name="connsiteX0" fmla="*/ 15 w 58275"/>
                    <a:gd name="connsiteY0" fmla="*/ 92806 h 92805"/>
                    <a:gd name="connsiteX1" fmla="*/ 15 w 58275"/>
                    <a:gd name="connsiteY1" fmla="*/ 85218 h 92805"/>
                    <a:gd name="connsiteX2" fmla="*/ 9708 w 58275"/>
                    <a:gd name="connsiteY2" fmla="*/ 75817 h 92805"/>
                    <a:gd name="connsiteX3" fmla="*/ 43684 w 58275"/>
                    <a:gd name="connsiteY3" fmla="*/ 28078 h 92805"/>
                    <a:gd name="connsiteX4" fmla="*/ 25574 w 58275"/>
                    <a:gd name="connsiteY4" fmla="*/ 10245 h 92805"/>
                    <a:gd name="connsiteX5" fmla="*/ 6190 w 58275"/>
                    <a:gd name="connsiteY5" fmla="*/ 17972 h 92805"/>
                    <a:gd name="connsiteX6" fmla="*/ 2258 w 58275"/>
                    <a:gd name="connsiteY6" fmla="*/ 9262 h 92805"/>
                    <a:gd name="connsiteX7" fmla="*/ 28094 w 58275"/>
                    <a:gd name="connsiteY7" fmla="*/ 0 h 92805"/>
                    <a:gd name="connsiteX8" fmla="*/ 56033 w 58275"/>
                    <a:gd name="connsiteY8" fmla="*/ 26542 h 92805"/>
                    <a:gd name="connsiteX9" fmla="*/ 24576 w 58275"/>
                    <a:gd name="connsiteY9" fmla="*/ 75541 h 92805"/>
                    <a:gd name="connsiteX10" fmla="*/ 17280 w 58275"/>
                    <a:gd name="connsiteY10" fmla="*/ 82284 h 92805"/>
                    <a:gd name="connsiteX11" fmla="*/ 17280 w 58275"/>
                    <a:gd name="connsiteY11" fmla="*/ 82560 h 92805"/>
                    <a:gd name="connsiteX12" fmla="*/ 58276 w 58275"/>
                    <a:gd name="connsiteY12" fmla="*/ 82560 h 92805"/>
                    <a:gd name="connsiteX13" fmla="*/ 58276 w 58275"/>
                    <a:gd name="connsiteY13" fmla="*/ 92806 h 92805"/>
                    <a:gd name="connsiteX14" fmla="*/ 0 w 58275"/>
                    <a:gd name="connsiteY14" fmla="*/ 92806 h 92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275" h="9280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5" name="자유형: 도형 84">
                  <a:extLst>
                    <a:ext uri="{FF2B5EF4-FFF2-40B4-BE49-F238E27FC236}">
                      <a16:creationId xmlns:a16="http://schemas.microsoft.com/office/drawing/2014/main" id="{F1DF3DE4-2F9E-0C82-7D8C-54886FAA488B}"/>
                    </a:ext>
                  </a:extLst>
                </p:cNvPr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6" name="자유형: 도형 85">
                  <a:extLst>
                    <a:ext uri="{FF2B5EF4-FFF2-40B4-BE49-F238E27FC236}">
                      <a16:creationId xmlns:a16="http://schemas.microsoft.com/office/drawing/2014/main" id="{4B0E4B0B-10C2-5F9A-1E36-C0BD83E510C8}"/>
                    </a:ext>
                  </a:extLst>
                </p:cNvPr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avLst/>
                  <a:gdLst>
                    <a:gd name="connsiteX0" fmla="*/ 3379 w 57016"/>
                    <a:gd name="connsiteY0" fmla="*/ 78628 h 94372"/>
                    <a:gd name="connsiteX1" fmla="*/ 23593 w 57016"/>
                    <a:gd name="connsiteY1" fmla="*/ 84388 h 94372"/>
                    <a:gd name="connsiteX2" fmla="*/ 44237 w 57016"/>
                    <a:gd name="connsiteY2" fmla="*/ 66694 h 94372"/>
                    <a:gd name="connsiteX3" fmla="*/ 20644 w 57016"/>
                    <a:gd name="connsiteY3" fmla="*/ 48446 h 94372"/>
                    <a:gd name="connsiteX4" fmla="*/ 13763 w 57016"/>
                    <a:gd name="connsiteY4" fmla="*/ 48446 h 94372"/>
                    <a:gd name="connsiteX5" fmla="*/ 13763 w 57016"/>
                    <a:gd name="connsiteY5" fmla="*/ 39184 h 94372"/>
                    <a:gd name="connsiteX6" fmla="*/ 20644 w 57016"/>
                    <a:gd name="connsiteY6" fmla="*/ 39184 h 94372"/>
                    <a:gd name="connsiteX7" fmla="*/ 41011 w 57016"/>
                    <a:gd name="connsiteY7" fmla="*/ 23732 h 94372"/>
                    <a:gd name="connsiteX8" fmla="*/ 25006 w 57016"/>
                    <a:gd name="connsiteY8" fmla="*/ 9969 h 94372"/>
                    <a:gd name="connsiteX9" fmla="*/ 6758 w 57016"/>
                    <a:gd name="connsiteY9" fmla="*/ 16005 h 94372"/>
                    <a:gd name="connsiteX10" fmla="*/ 3533 w 57016"/>
                    <a:gd name="connsiteY10" fmla="*/ 7020 h 94372"/>
                    <a:gd name="connsiteX11" fmla="*/ 27402 w 57016"/>
                    <a:gd name="connsiteY11" fmla="*/ 0 h 94372"/>
                    <a:gd name="connsiteX12" fmla="*/ 53514 w 57016"/>
                    <a:gd name="connsiteY12" fmla="*/ 21765 h 94372"/>
                    <a:gd name="connsiteX13" fmla="*/ 36664 w 57016"/>
                    <a:gd name="connsiteY13" fmla="*/ 43254 h 94372"/>
                    <a:gd name="connsiteX14" fmla="*/ 36664 w 57016"/>
                    <a:gd name="connsiteY14" fmla="*/ 43531 h 94372"/>
                    <a:gd name="connsiteX15" fmla="*/ 57016 w 57016"/>
                    <a:gd name="connsiteY15" fmla="*/ 66985 h 94372"/>
                    <a:gd name="connsiteX16" fmla="*/ 23731 w 57016"/>
                    <a:gd name="connsiteY16" fmla="*/ 94372 h 94372"/>
                    <a:gd name="connsiteX17" fmla="*/ 0 w 57016"/>
                    <a:gd name="connsiteY17" fmla="*/ 88198 h 94372"/>
                    <a:gd name="connsiteX18" fmla="*/ 3364 w 57016"/>
                    <a:gd name="connsiteY18" fmla="*/ 78644 h 94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016" h="94372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F5184195-6967-CC0B-A9A5-0DDF296F1F0C}"/>
                    </a:ext>
                  </a:extLst>
                </p:cNvPr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8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11F4B78A-76DE-D60C-1B5B-96DBC37383B7}"/>
                </a:ext>
              </a:extLst>
            </p:cNvPr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6AD06429-EF1B-918D-89C5-C61CC1A8B729}"/>
                  </a:ext>
                </a:extLst>
              </p:cNvPr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avLst/>
                <a:gdLst>
                  <a:gd name="connsiteX0" fmla="*/ 474288 w 491583"/>
                  <a:gd name="connsiteY0" fmla="*/ 0 h 36925"/>
                  <a:gd name="connsiteX1" fmla="*/ 491583 w 491583"/>
                  <a:gd name="connsiteY1" fmla="*/ 17295 h 36925"/>
                  <a:gd name="connsiteX2" fmla="*/ 491583 w 491583"/>
                  <a:gd name="connsiteY2" fmla="*/ 19630 h 36925"/>
                  <a:gd name="connsiteX3" fmla="*/ 474288 w 491583"/>
                  <a:gd name="connsiteY3" fmla="*/ 36926 h 36925"/>
                  <a:gd name="connsiteX4" fmla="*/ 17295 w 491583"/>
                  <a:gd name="connsiteY4" fmla="*/ 36926 h 36925"/>
                  <a:gd name="connsiteX5" fmla="*/ 0 w 491583"/>
                  <a:gd name="connsiteY5" fmla="*/ 19630 h 36925"/>
                  <a:gd name="connsiteX6" fmla="*/ 0 w 491583"/>
                  <a:gd name="connsiteY6" fmla="*/ 17295 h 36925"/>
                  <a:gd name="connsiteX7" fmla="*/ 17295 w 491583"/>
                  <a:gd name="connsiteY7" fmla="*/ 0 h 3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1583" h="36925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27EF28AA-06EA-AB06-F448-4A725AA644A1}"/>
                  </a:ext>
                </a:extLst>
              </p:cNvPr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avLst/>
                <a:gdLst>
                  <a:gd name="connsiteX0" fmla="*/ 124416 w 124447"/>
                  <a:gd name="connsiteY0" fmla="*/ 19169 h 36864"/>
                  <a:gd name="connsiteX1" fmla="*/ 109594 w 124447"/>
                  <a:gd name="connsiteY1" fmla="*/ 36864 h 36864"/>
                  <a:gd name="connsiteX2" fmla="*/ 8678 w 124447"/>
                  <a:gd name="connsiteY2" fmla="*/ 36864 h 36864"/>
                  <a:gd name="connsiteX3" fmla="*/ 0 w 124447"/>
                  <a:gd name="connsiteY3" fmla="*/ 28186 h 36864"/>
                  <a:gd name="connsiteX4" fmla="*/ 0 w 124447"/>
                  <a:gd name="connsiteY4" fmla="*/ 8678 h 36864"/>
                  <a:gd name="connsiteX5" fmla="*/ 8678 w 124447"/>
                  <a:gd name="connsiteY5" fmla="*/ 0 h 36864"/>
                  <a:gd name="connsiteX6" fmla="*/ 109594 w 124447"/>
                  <a:gd name="connsiteY6" fmla="*/ 0 h 36864"/>
                  <a:gd name="connsiteX7" fmla="*/ 124447 w 124447"/>
                  <a:gd name="connsiteY7" fmla="*/ 19031 h 36864"/>
                  <a:gd name="connsiteX8" fmla="*/ 124401 w 124447"/>
                  <a:gd name="connsiteY8" fmla="*/ 19169 h 36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47" h="36864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409B17FE-DC66-435B-0922-099F06B8D270}"/>
                  </a:ext>
                </a:extLst>
              </p:cNvPr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avLst/>
                <a:gdLst>
                  <a:gd name="connsiteX0" fmla="*/ 0 w 46080"/>
                  <a:gd name="connsiteY0" fmla="*/ 0 h 61440"/>
                  <a:gd name="connsiteX1" fmla="*/ 46080 w 46080"/>
                  <a:gd name="connsiteY1" fmla="*/ 0 h 61440"/>
                  <a:gd name="connsiteX2" fmla="*/ 46080 w 46080"/>
                  <a:gd name="connsiteY2" fmla="*/ 61440 h 61440"/>
                  <a:gd name="connsiteX3" fmla="*/ 0 w 46080"/>
                  <a:gd name="connsiteY3" fmla="*/ 61440 h 6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80" h="6144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6A70AD7E-3044-FCBC-F188-CBA62002C069}"/>
                  </a:ext>
                </a:extLst>
              </p:cNvPr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avLst/>
                <a:gdLst>
                  <a:gd name="connsiteX0" fmla="*/ 46080 w 46080"/>
                  <a:gd name="connsiteY0" fmla="*/ 164444 h 164444"/>
                  <a:gd name="connsiteX1" fmla="*/ 0 w 46080"/>
                  <a:gd name="connsiteY1" fmla="*/ 113403 h 164444"/>
                  <a:gd name="connsiteX2" fmla="*/ 0 w 46080"/>
                  <a:gd name="connsiteY2" fmla="*/ 51026 h 164444"/>
                  <a:gd name="connsiteX3" fmla="*/ 46080 w 46080"/>
                  <a:gd name="connsiteY3" fmla="*/ 0 h 164444"/>
                  <a:gd name="connsiteX4" fmla="*/ 46080 w 46080"/>
                  <a:gd name="connsiteY4" fmla="*/ 164444 h 1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80" h="164444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1D73C4CA-FBBA-68CD-4135-02784D6B9CFC}"/>
                  </a:ext>
                </a:extLst>
              </p:cNvPr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avLst/>
                <a:gdLst>
                  <a:gd name="connsiteX0" fmla="*/ 0 w 70886"/>
                  <a:gd name="connsiteY0" fmla="*/ 0 h 168776"/>
                  <a:gd name="connsiteX1" fmla="*/ 0 w 70886"/>
                  <a:gd name="connsiteY1" fmla="*/ 20951 h 168776"/>
                  <a:gd name="connsiteX2" fmla="*/ 50320 w 70886"/>
                  <a:gd name="connsiteY2" fmla="*/ 84388 h 168776"/>
                  <a:gd name="connsiteX3" fmla="*/ 0 w 70886"/>
                  <a:gd name="connsiteY3" fmla="*/ 147825 h 168776"/>
                  <a:gd name="connsiteX4" fmla="*/ 0 w 70886"/>
                  <a:gd name="connsiteY4" fmla="*/ 168776 h 168776"/>
                  <a:gd name="connsiteX5" fmla="*/ 70886 w 70886"/>
                  <a:gd name="connsiteY5" fmla="*/ 84388 h 168776"/>
                  <a:gd name="connsiteX6" fmla="*/ 0 w 70886"/>
                  <a:gd name="connsiteY6" fmla="*/ 0 h 168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886" h="16877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1" name="그래픽 18">
                <a:extLst>
                  <a:ext uri="{FF2B5EF4-FFF2-40B4-BE49-F238E27FC236}">
                    <a16:creationId xmlns:a16="http://schemas.microsoft.com/office/drawing/2014/main" id="{340A4EA6-6A47-D08D-6C14-F1CC3865FD2C}"/>
                  </a:ext>
                </a:extLst>
              </p:cNvPr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  <a:solidFill>
                <a:srgbClr val="FFFFFF"/>
              </a:solidFill>
            </p:grpSpPr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id="{26E3BAD8-1171-3615-BA1F-FE544C1A5E89}"/>
                    </a:ext>
                  </a:extLst>
                </p:cNvPr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avLst/>
                  <a:gdLst>
                    <a:gd name="connsiteX0" fmla="*/ 0 w 28707"/>
                    <a:gd name="connsiteY0" fmla="*/ 0 h 76784"/>
                    <a:gd name="connsiteX1" fmla="*/ 0 w 28707"/>
                    <a:gd name="connsiteY1" fmla="*/ 76785 h 76784"/>
                    <a:gd name="connsiteX2" fmla="*/ 28708 w 28707"/>
                    <a:gd name="connsiteY2" fmla="*/ 38385 h 76784"/>
                    <a:gd name="connsiteX3" fmla="*/ 0 w 28707"/>
                    <a:gd name="connsiteY3" fmla="*/ 0 h 76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07" h="76784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자유형: 도형 72">
                  <a:extLst>
                    <a:ext uri="{FF2B5EF4-FFF2-40B4-BE49-F238E27FC236}">
                      <a16:creationId xmlns:a16="http://schemas.microsoft.com/office/drawing/2014/main" id="{60C27F5B-D310-6270-1087-FFA96BAD2938}"/>
                    </a:ext>
                  </a:extLst>
                </p:cNvPr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avLst/>
                  <a:gdLst>
                    <a:gd name="connsiteX0" fmla="*/ 353 w 353"/>
                    <a:gd name="connsiteY0" fmla="*/ 0 h 10122"/>
                    <a:gd name="connsiteX1" fmla="*/ 0 w 353"/>
                    <a:gd name="connsiteY1" fmla="*/ 5054 h 10122"/>
                    <a:gd name="connsiteX2" fmla="*/ 353 w 353"/>
                    <a:gd name="connsiteY2" fmla="*/ 10122 h 10122"/>
                    <a:gd name="connsiteX3" fmla="*/ 353 w 353"/>
                    <a:gd name="connsiteY3" fmla="*/ 0 h 10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3" h="10122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FF51C350-BF60-B688-D8F0-0FD2551166AE}"/>
                  </a:ext>
                </a:extLst>
              </p:cNvPr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avLst/>
                <a:gdLst>
                  <a:gd name="connsiteX0" fmla="*/ 91178 w 91177"/>
                  <a:gd name="connsiteY0" fmla="*/ 88843 h 89963"/>
                  <a:gd name="connsiteX1" fmla="*/ 64220 w 91177"/>
                  <a:gd name="connsiteY1" fmla="*/ 61901 h 89963"/>
                  <a:gd name="connsiteX2" fmla="*/ 36158 w 91177"/>
                  <a:gd name="connsiteY2" fmla="*/ 89964 h 89963"/>
                  <a:gd name="connsiteX3" fmla="*/ 0 w 91177"/>
                  <a:gd name="connsiteY3" fmla="*/ 53806 h 89963"/>
                  <a:gd name="connsiteX4" fmla="*/ 28109 w 91177"/>
                  <a:gd name="connsiteY4" fmla="*/ 25790 h 89963"/>
                  <a:gd name="connsiteX5" fmla="*/ 2320 w 91177"/>
                  <a:gd name="connsiteY5" fmla="*/ 0 h 89963"/>
                  <a:gd name="connsiteX6" fmla="*/ 44375 w 91177"/>
                  <a:gd name="connsiteY6" fmla="*/ 2366 h 89963"/>
                  <a:gd name="connsiteX7" fmla="*/ 86431 w 91177"/>
                  <a:gd name="connsiteY7" fmla="*/ 4808 h 89963"/>
                  <a:gd name="connsiteX8" fmla="*/ 88843 w 91177"/>
                  <a:gd name="connsiteY8" fmla="*/ 46833 h 89963"/>
                  <a:gd name="connsiteX9" fmla="*/ 91178 w 91177"/>
                  <a:gd name="connsiteY9" fmla="*/ 88843 h 8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177" h="89963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D722FE24-DD4A-1A11-0851-58521E46F42B}"/>
                  </a:ext>
                </a:extLst>
              </p:cNvPr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avLst/>
                <a:gdLst>
                  <a:gd name="connsiteX0" fmla="*/ 88612 w 89979"/>
                  <a:gd name="connsiteY0" fmla="*/ 91423 h 91423"/>
                  <a:gd name="connsiteX1" fmla="*/ 46433 w 89979"/>
                  <a:gd name="connsiteY1" fmla="*/ 89257 h 91423"/>
                  <a:gd name="connsiteX2" fmla="*/ 4378 w 89979"/>
                  <a:gd name="connsiteY2" fmla="*/ 86892 h 91423"/>
                  <a:gd name="connsiteX3" fmla="*/ 2166 w 89979"/>
                  <a:gd name="connsiteY3" fmla="*/ 44575 h 91423"/>
                  <a:gd name="connsiteX4" fmla="*/ 0 w 89979"/>
                  <a:gd name="connsiteY4" fmla="*/ 2335 h 91423"/>
                  <a:gd name="connsiteX5" fmla="*/ 25790 w 89979"/>
                  <a:gd name="connsiteY5" fmla="*/ 28109 h 91423"/>
                  <a:gd name="connsiteX6" fmla="*/ 53807 w 89979"/>
                  <a:gd name="connsiteY6" fmla="*/ 0 h 91423"/>
                  <a:gd name="connsiteX7" fmla="*/ 89979 w 89979"/>
                  <a:gd name="connsiteY7" fmla="*/ 36158 h 91423"/>
                  <a:gd name="connsiteX8" fmla="*/ 61916 w 89979"/>
                  <a:gd name="connsiteY8" fmla="*/ 64236 h 91423"/>
                  <a:gd name="connsiteX9" fmla="*/ 88612 w 89979"/>
                  <a:gd name="connsiteY9" fmla="*/ 91423 h 9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979" h="91423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239C775B-952D-DB50-C18F-5C0BDE14C831}"/>
                  </a:ext>
                </a:extLst>
              </p:cNvPr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avLst/>
                <a:gdLst>
                  <a:gd name="connsiteX0" fmla="*/ 193598 w 197084"/>
                  <a:gd name="connsiteY0" fmla="*/ 134554 h 197115"/>
                  <a:gd name="connsiteX1" fmla="*/ 192907 w 197084"/>
                  <a:gd name="connsiteY1" fmla="*/ 134170 h 197115"/>
                  <a:gd name="connsiteX2" fmla="*/ 180327 w 197084"/>
                  <a:gd name="connsiteY2" fmla="*/ 108933 h 197115"/>
                  <a:gd name="connsiteX3" fmla="*/ 179636 w 197084"/>
                  <a:gd name="connsiteY3" fmla="*/ 109640 h 197115"/>
                  <a:gd name="connsiteX4" fmla="*/ 179866 w 197084"/>
                  <a:gd name="connsiteY4" fmla="*/ 100255 h 197115"/>
                  <a:gd name="connsiteX5" fmla="*/ 179928 w 197084"/>
                  <a:gd name="connsiteY5" fmla="*/ 100286 h 197115"/>
                  <a:gd name="connsiteX6" fmla="*/ 197085 w 197084"/>
                  <a:gd name="connsiteY6" fmla="*/ 74957 h 197115"/>
                  <a:gd name="connsiteX7" fmla="*/ 197054 w 197084"/>
                  <a:gd name="connsiteY7" fmla="*/ 74957 h 197115"/>
                  <a:gd name="connsiteX8" fmla="*/ 190372 w 197084"/>
                  <a:gd name="connsiteY8" fmla="*/ 56049 h 197115"/>
                  <a:gd name="connsiteX9" fmla="*/ 190249 w 197084"/>
                  <a:gd name="connsiteY9" fmla="*/ 56294 h 197115"/>
                  <a:gd name="connsiteX10" fmla="*/ 164076 w 197084"/>
                  <a:gd name="connsiteY10" fmla="*/ 47509 h 197115"/>
                  <a:gd name="connsiteX11" fmla="*/ 157134 w 197084"/>
                  <a:gd name="connsiteY11" fmla="*/ 39537 h 197115"/>
                  <a:gd name="connsiteX12" fmla="*/ 152648 w 197084"/>
                  <a:gd name="connsiteY12" fmla="*/ 12211 h 197115"/>
                  <a:gd name="connsiteX13" fmla="*/ 152863 w 197084"/>
                  <a:gd name="connsiteY13" fmla="*/ 11735 h 197115"/>
                  <a:gd name="connsiteX14" fmla="*/ 134538 w 197084"/>
                  <a:gd name="connsiteY14" fmla="*/ 2458 h 197115"/>
                  <a:gd name="connsiteX15" fmla="*/ 134262 w 197084"/>
                  <a:gd name="connsiteY15" fmla="*/ 2949 h 197115"/>
                  <a:gd name="connsiteX16" fmla="*/ 109824 w 197084"/>
                  <a:gd name="connsiteY16" fmla="*/ 15222 h 197115"/>
                  <a:gd name="connsiteX17" fmla="*/ 99195 w 197084"/>
                  <a:gd name="connsiteY17" fmla="*/ 14945 h 197115"/>
                  <a:gd name="connsiteX18" fmla="*/ 78060 w 197084"/>
                  <a:gd name="connsiteY18" fmla="*/ 0 h 197115"/>
                  <a:gd name="connsiteX19" fmla="*/ 78030 w 197084"/>
                  <a:gd name="connsiteY19" fmla="*/ 77 h 197115"/>
                  <a:gd name="connsiteX20" fmla="*/ 57508 w 197084"/>
                  <a:gd name="connsiteY20" fmla="*/ 4255 h 197115"/>
                  <a:gd name="connsiteX21" fmla="*/ 57446 w 197084"/>
                  <a:gd name="connsiteY21" fmla="*/ 4239 h 197115"/>
                  <a:gd name="connsiteX22" fmla="*/ 48369 w 197084"/>
                  <a:gd name="connsiteY22" fmla="*/ 30643 h 197115"/>
                  <a:gd name="connsiteX23" fmla="*/ 39675 w 197084"/>
                  <a:gd name="connsiteY23" fmla="*/ 38354 h 197115"/>
                  <a:gd name="connsiteX24" fmla="*/ 13931 w 197084"/>
                  <a:gd name="connsiteY24" fmla="*/ 43638 h 197115"/>
                  <a:gd name="connsiteX25" fmla="*/ 14777 w 197084"/>
                  <a:gd name="connsiteY25" fmla="*/ 44314 h 197115"/>
                  <a:gd name="connsiteX26" fmla="*/ 5499 w 197084"/>
                  <a:gd name="connsiteY26" fmla="*/ 62623 h 197115"/>
                  <a:gd name="connsiteX27" fmla="*/ 4547 w 197084"/>
                  <a:gd name="connsiteY27" fmla="*/ 62177 h 197115"/>
                  <a:gd name="connsiteX28" fmla="*/ 16266 w 197084"/>
                  <a:gd name="connsiteY28" fmla="*/ 86815 h 197115"/>
                  <a:gd name="connsiteX29" fmla="*/ 15683 w 197084"/>
                  <a:gd name="connsiteY29" fmla="*/ 96215 h 197115"/>
                  <a:gd name="connsiteX30" fmla="*/ 0 w 197084"/>
                  <a:gd name="connsiteY30" fmla="*/ 118042 h 197115"/>
                  <a:gd name="connsiteX31" fmla="*/ 47 w 197084"/>
                  <a:gd name="connsiteY31" fmla="*/ 118073 h 197115"/>
                  <a:gd name="connsiteX32" fmla="*/ 7281 w 197084"/>
                  <a:gd name="connsiteY32" fmla="*/ 139700 h 197115"/>
                  <a:gd name="connsiteX33" fmla="*/ 7281 w 197084"/>
                  <a:gd name="connsiteY33" fmla="*/ 139746 h 197115"/>
                  <a:gd name="connsiteX34" fmla="*/ 32917 w 197084"/>
                  <a:gd name="connsiteY34" fmla="*/ 148424 h 197115"/>
                  <a:gd name="connsiteX35" fmla="*/ 32579 w 197084"/>
                  <a:gd name="connsiteY35" fmla="*/ 147902 h 197115"/>
                  <a:gd name="connsiteX36" fmla="*/ 38999 w 197084"/>
                  <a:gd name="connsiteY36" fmla="*/ 155428 h 197115"/>
                  <a:gd name="connsiteX37" fmla="*/ 38661 w 197084"/>
                  <a:gd name="connsiteY37" fmla="*/ 155367 h 197115"/>
                  <a:gd name="connsiteX38" fmla="*/ 43945 w 197084"/>
                  <a:gd name="connsiteY38" fmla="*/ 182063 h 197115"/>
                  <a:gd name="connsiteX39" fmla="*/ 44314 w 197084"/>
                  <a:gd name="connsiteY39" fmla="*/ 181295 h 197115"/>
                  <a:gd name="connsiteX40" fmla="*/ 62623 w 197084"/>
                  <a:gd name="connsiteY40" fmla="*/ 190557 h 197115"/>
                  <a:gd name="connsiteX41" fmla="*/ 62255 w 197084"/>
                  <a:gd name="connsiteY41" fmla="*/ 191340 h 197115"/>
                  <a:gd name="connsiteX42" fmla="*/ 87138 w 197084"/>
                  <a:gd name="connsiteY42" fmla="*/ 179467 h 197115"/>
                  <a:gd name="connsiteX43" fmla="*/ 86631 w 197084"/>
                  <a:gd name="connsiteY43" fmla="*/ 179159 h 197115"/>
                  <a:gd name="connsiteX44" fmla="*/ 97060 w 197084"/>
                  <a:gd name="connsiteY44" fmla="*/ 180020 h 197115"/>
                  <a:gd name="connsiteX45" fmla="*/ 97429 w 197084"/>
                  <a:gd name="connsiteY45" fmla="*/ 180788 h 197115"/>
                  <a:gd name="connsiteX46" fmla="*/ 121114 w 197084"/>
                  <a:gd name="connsiteY46" fmla="*/ 197116 h 197115"/>
                  <a:gd name="connsiteX47" fmla="*/ 121114 w 197084"/>
                  <a:gd name="connsiteY47" fmla="*/ 197100 h 197115"/>
                  <a:gd name="connsiteX48" fmla="*/ 139854 w 197084"/>
                  <a:gd name="connsiteY48" fmla="*/ 190326 h 197115"/>
                  <a:gd name="connsiteX49" fmla="*/ 139500 w 197084"/>
                  <a:gd name="connsiteY49" fmla="*/ 190158 h 197115"/>
                  <a:gd name="connsiteX50" fmla="*/ 148363 w 197084"/>
                  <a:gd name="connsiteY50" fmla="*/ 163677 h 197115"/>
                  <a:gd name="connsiteX51" fmla="*/ 147672 w 197084"/>
                  <a:gd name="connsiteY51" fmla="*/ 163585 h 197115"/>
                  <a:gd name="connsiteX52" fmla="*/ 155536 w 197084"/>
                  <a:gd name="connsiteY52" fmla="*/ 156796 h 197115"/>
                  <a:gd name="connsiteX53" fmla="*/ 155490 w 197084"/>
                  <a:gd name="connsiteY53" fmla="*/ 157195 h 197115"/>
                  <a:gd name="connsiteX54" fmla="*/ 183645 w 197084"/>
                  <a:gd name="connsiteY54" fmla="*/ 152602 h 197115"/>
                  <a:gd name="connsiteX55" fmla="*/ 184336 w 197084"/>
                  <a:gd name="connsiteY55" fmla="*/ 152925 h 197115"/>
                  <a:gd name="connsiteX56" fmla="*/ 193614 w 197084"/>
                  <a:gd name="connsiteY56" fmla="*/ 134600 h 197115"/>
                  <a:gd name="connsiteX57" fmla="*/ 75049 w 197084"/>
                  <a:gd name="connsiteY57" fmla="*/ 142372 h 197115"/>
                  <a:gd name="connsiteX58" fmla="*/ 52838 w 197084"/>
                  <a:gd name="connsiteY58" fmla="*/ 74542 h 197115"/>
                  <a:gd name="connsiteX59" fmla="*/ 120669 w 197084"/>
                  <a:gd name="connsiteY59" fmla="*/ 52332 h 197115"/>
                  <a:gd name="connsiteX60" fmla="*/ 142879 w 197084"/>
                  <a:gd name="connsiteY60" fmla="*/ 120177 h 197115"/>
                  <a:gd name="connsiteX61" fmla="*/ 75065 w 197084"/>
                  <a:gd name="connsiteY61" fmla="*/ 142372 h 19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7084" h="197115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BC651BD1-CEAD-B780-2376-2D7707D8DF10}"/>
                  </a:ext>
                </a:extLst>
              </p:cNvPr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avLst/>
                <a:gdLst>
                  <a:gd name="connsiteX0" fmla="*/ 79381 w 79381"/>
                  <a:gd name="connsiteY0" fmla="*/ 39691 h 79381"/>
                  <a:gd name="connsiteX1" fmla="*/ 39691 w 79381"/>
                  <a:gd name="connsiteY1" fmla="*/ 79381 h 79381"/>
                  <a:gd name="connsiteX2" fmla="*/ 0 w 79381"/>
                  <a:gd name="connsiteY2" fmla="*/ 39691 h 79381"/>
                  <a:gd name="connsiteX3" fmla="*/ 39691 w 79381"/>
                  <a:gd name="connsiteY3" fmla="*/ 0 h 79381"/>
                  <a:gd name="connsiteX4" fmla="*/ 79381 w 79381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1" h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1235350-DA32-4D3D-AF98-B200A140AAA8}"/>
              </a:ext>
            </a:extLst>
          </p:cNvPr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시연 영상: 소셜 로그인 → 온보딩 → 옷 등록 → 추천 탐색 → 코디 저장 순서로 구성</a:t>
            </a:r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서비스 완성도, 기술 구현 수준, 팀 협업 경험을 중심으로 자체 평가합니다.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완성도 평가: 8/10 - 핵심 기능(소셜 로그인, 옷장, 추천, 코디북) 구현 완료. 룩피드 일부 기능 및 S3 이미지 연동은 추후 개선 예정.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개선 필요 사항: AI 추천 정확도 고도화, S3 이미지 저장 완전 연동, 룩피드 전체 기능 완성, 가상 피팅 기능 검토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느낀 점: 실제 서비스 수준의 BE 개발 경험, AI API 연동의 어려움과 보람, 팀 협업을 통한 코드 리뷰 문화 정착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잘한 점: 기획 단계에서 문서화 철저(ERD, API 계약, 시스템 아키텍처), 스프린트 기반 협업, AI API(Gemini) 실제 서비스 연동</a:t>
              </a:r>
              <a:endPara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+mj-ea"/>
                <a:ea typeface="+mj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ABFA61-909C-6DFC-2F3E-B5C44522F4AE}"/>
                </a:ext>
              </a:extLst>
            </p:cNvPr>
            <p:cNvSpPr txBox="1"/>
            <p:nvPr/>
          </p:nvSpPr>
          <p:spPr>
            <a:xfrm>
              <a:off x="457200" y="6200000"/>
              <a:ext cx="112776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※ 개발 기간: 2026.05.19 ~ 2026.06.26 (총 6주) / 팀: 프로그래머스 AIBE5 Team 4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D969652-523C-023E-663E-3084DFB93342}"/>
                </a:ext>
              </a:extLst>
            </p:cNvPr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예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3791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프로젝트 주제 및 선정 배경, 기획의도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 xml:space="preserve"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프로젝트 개요 ①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 xml:space="preserve"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프로젝트 주제 및 선정 배경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9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프로젝트명: 옷장난감 — 개인 디지털 옷장 기반 의류 및 코디 추천 서비스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선정 배경 ①: 옷장에 옷은 많지만 “입을 옷이 없다”는 고민 반복 — 보유 옷 조합·파악 어려움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선정 배경 ②: 이미 보유한 옷과 유사한 상품을 반복 구매하는 문제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선정 배경 ③: 관심 상품이 여러 쇼핑몰에 흩어져 보유 옷과 비교 어려움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기획 의도: 실제 옷장 데이터를 디지털화하여 AI 기반 개인화 추천으로 코디 고민·중복 구매 문제 해결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BBB05C6D-B97A-4461-AB21-36F1A11EE486}"/>
              </a:ext>
            </a:extLst>
          </p:cNvPr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참조: 스마트 가상 옷장 앱 연구 — 디지털 옷장이 보유 의류 활용 및 합리적 소비에 긍정적 영향을 미침</a:t>
            </a:r>
          </a:p>
        </p:txBody>
      </p:sp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프로젝트 내용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 xml:space="preserve"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프로젝트 개요 ②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 xml:space="preserve"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프로젝트 내용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9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컨셉: “내 옷장 기반 개인화 패션 추천” — 남의 취향이 아닌 내 실제 옷장 데이터 기반 추천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구현 내용: 소셜 로그인, 디지털 옷장 관리, AI 의류 자동 분석(Gemini), 5종 개인화 추천, 코디북, 룩피드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훈련 연관성 ①: Spring Boot / JPA / Spring Security — 수업에서 학습한 백엔드 핵심 기술 전면 적용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훈련 연관성 ②: 생성형 AI(Gemini API) 활용 — 의류 자동 분석 및 AI MD 스타일링 설명 생성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훈련 연관성 ③: AWS / Docker 배포 — 수업 실습 기반 EC2·RDS·S3·Docker Compose 운영 환경 구성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BBB05C6D-B97A-4461-AB21-36F1A11EE486}"/>
              </a:ext>
            </a:extLst>
          </p:cNvPr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5종 추천: OOTD(날씨 기반), 스타일 기반, 유사 상품, 어울리는 옷, AI MD(Gemini 스타일링 설명 생성)</a:t>
            </a:r>
          </a:p>
        </p:txBody>
      </p:sp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활용 장비 및 재료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 xml:space="preserve"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프로젝트 개요 ③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 xml:space="preserve"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활용 장비 및 재료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9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FE: React 18 + TypeScript + Vite + Tailwind CSS + Axios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BE: Java 21 + Spring Boot 3.5 + Gradle + Spring Data JPA + Spring Security / OAuth2 / JWT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DB: MySQL 8.4 + Redis 7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Infra: AWS EC2 · RDS · S3 + Docker Compose + GitHub Actions CI/CD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External API: Gemini API / Naver Shopping API / 기상청 API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BBB05C6D-B97A-4461-AB21-36F1A11EE486}"/>
              </a:ext>
            </a:extLst>
          </p:cNvPr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API 문서: SpringDoc OpenAPI / Swagger UI  |  협업 툴: GitHub / Notion  |  IDE: IntelliJ IDEA / VS Code</a:t>
            </a:r>
          </a:p>
        </p:txBody>
      </p:sp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프로젝트 구조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 xml:space="preserve"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프로젝트 개요 ④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 xml:space="preserve"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프로젝트 구조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9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시스템 구성: React SPA → Spring Boot REST API → MySQL(JPA) + Redis + S3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 흐름: OAuth2 소셜 로그인 → JWT Access/Refresh Token 발급 → Redis Refresh Token 저장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추천 흐름: 옷장·스타일 데이터 + 날씨 API → 추천 엔진 → Gemini API → 결과 반환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배포 구성: AWS EC2(애플리케이션) + RDS(MySQL) + Docker Compose + GitHub Actions CI/CD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BBB05C6D-B97A-4461-AB21-36F1A11EE486}"/>
              </a:ext>
            </a:extLst>
          </p:cNvPr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외부 연동: Naver Shopping API(외부 상품 검색·저장) / 기상청 API(지역 기반 날씨·체감온도 조회)</a:t>
            </a:r>
          </a:p>
        </p:txBody>
      </p:sp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활용방안 및 기대 효과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 xml:space="preserve"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프로젝트 개요 ⑤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 xml:space="preserve"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활용방안 및 기대 효과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9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기대 효과 ①: 매일 반복되는 코디 고민 시간 감소 — 상황·날씨 기반 OOTD 추천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기대 효과 ②: 보유 옷·관심 상품 통합 관리로 중복 구매 방지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기대 효과 ③: AI 추천으로 기존 옷 조합 최적화 — 옷장 활용도 향상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비즈니스 확장: 외부 쇼핑몰 API 연동 커머스 구조 / 멤버십 요금제 / 중고거래 플랫폼 연계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BBB05C6D-B97A-4461-AB21-36F1A11EE486}"/>
              </a:ext>
            </a:extLst>
          </p:cNvPr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기술 확장: 협업 필터링·임베딩 유사도 기반 추천 고도화 / AI 가상 피팅 연동 가능</a:t>
            </a:r>
          </a:p>
        </p:txBody>
      </p:sp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728</ep:Words>
  <ep:PresentationFormat>와이드스크린</ep:PresentationFormat>
  <ep:Paragraphs>78</ep:Paragraphs>
  <ep:Slides>15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2023-12-20T03:00:25.000</dcterms:created>
  <dc:creator>김준영</dc:creator>
  <cp:lastModifiedBy>page</cp:lastModifiedBy>
  <dcterms:modified xsi:type="dcterms:W3CDTF">2024-06-21T08:10:42.245</dcterms:modified>
  <cp:revision>19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